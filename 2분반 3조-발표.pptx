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2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tags/tag4.xml" ContentType="application/vnd.openxmlformats-officedocument.presentationml.tags+xml"/>
  <Override PartName="/ppt/notesSlides/notesSlide18.xml" ContentType="application/vnd.openxmlformats-officedocument.presentationml.notesSlide+xml"/>
  <Override PartName="/ppt/tags/tag5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71" r:id="rId1"/>
  </p:sldMasterIdLst>
  <p:notesMasterIdLst>
    <p:notesMasterId r:id="rId26"/>
  </p:notesMasterIdLst>
  <p:sldIdLst>
    <p:sldId id="256" r:id="rId2"/>
    <p:sldId id="258" r:id="rId3"/>
    <p:sldId id="260" r:id="rId4"/>
    <p:sldId id="261" r:id="rId5"/>
    <p:sldId id="297" r:id="rId6"/>
    <p:sldId id="298" r:id="rId7"/>
    <p:sldId id="299" r:id="rId8"/>
    <p:sldId id="262" r:id="rId9"/>
    <p:sldId id="314" r:id="rId10"/>
    <p:sldId id="303" r:id="rId11"/>
    <p:sldId id="311" r:id="rId12"/>
    <p:sldId id="309" r:id="rId13"/>
    <p:sldId id="310" r:id="rId14"/>
    <p:sldId id="300" r:id="rId15"/>
    <p:sldId id="315" r:id="rId16"/>
    <p:sldId id="305" r:id="rId17"/>
    <p:sldId id="306" r:id="rId18"/>
    <p:sldId id="307" r:id="rId19"/>
    <p:sldId id="316" r:id="rId20"/>
    <p:sldId id="302" r:id="rId21"/>
    <p:sldId id="312" r:id="rId22"/>
    <p:sldId id="301" r:id="rId23"/>
    <p:sldId id="313" r:id="rId24"/>
    <p:sldId id="266" r:id="rId25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7"/>
      <p:bold r:id="rId28"/>
      <p:italic r:id="rId29"/>
      <p:boldItalic r:id="rId30"/>
    </p:embeddedFont>
    <p:embeddedFont>
      <p:font typeface="Darker Grotesque Medium" panose="020B0600000101010101" charset="0"/>
      <p:regular r:id="rId31"/>
      <p:bold r:id="rId32"/>
    </p:embeddedFont>
    <p:embeddedFont>
      <p:font typeface="Open Sans" panose="020B0606030504020204" pitchFamily="34" charset="0"/>
      <p:regular r:id="rId33"/>
    </p:embeddedFont>
    <p:embeddedFont>
      <p:font typeface="맑은 고딕" panose="020B0503020000020004" pitchFamily="50" charset="-127"/>
      <p:regular r:id="rId34"/>
      <p:bold r:id="rId35"/>
    </p:embeddedFont>
    <p:embeddedFont>
      <p:font typeface="프리젠테이션 6 SemiBold" pitchFamily="2" charset="-127"/>
      <p:bold r:id="rId36"/>
    </p:embeddedFont>
    <p:embeddedFont>
      <p:font typeface="프리젠테이션 7 Bold" pitchFamily="2" charset="-127"/>
      <p:bold r:id="rId37"/>
    </p:embeddedFont>
    <p:embeddedFont>
      <p:font typeface="프리젠테이션 8 ExtraBold" pitchFamily="2" charset="-127"/>
      <p:bold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7BA7E47-F278-49A7-9173-8192526E1474}">
  <a:tblStyle styleId="{27BA7E47-F278-49A7-9173-8192526E147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6D595E9-A79E-4C21-890B-4125D5C2A51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13ce2af5b7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13ce2af5b7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24f3df8accd_0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24f3df8accd_0_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4f3df8accd_0_3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24f3df8accd_0_3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>
          <a:extLst>
            <a:ext uri="{FF2B5EF4-FFF2-40B4-BE49-F238E27FC236}">
              <a16:creationId xmlns:a16="http://schemas.microsoft.com/office/drawing/2014/main" id="{F3F0E1DA-2759-67D1-8D61-C6E9B33E0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4f3df8accd_0_398:notes">
            <a:extLst>
              <a:ext uri="{FF2B5EF4-FFF2-40B4-BE49-F238E27FC236}">
                <a16:creationId xmlns:a16="http://schemas.microsoft.com/office/drawing/2014/main" id="{C348DE47-DC24-F7B1-760A-783F75D685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24f3df8accd_0_398:notes">
            <a:extLst>
              <a:ext uri="{FF2B5EF4-FFF2-40B4-BE49-F238E27FC236}">
                <a16:creationId xmlns:a16="http://schemas.microsoft.com/office/drawing/2014/main" id="{0628D297-644E-E48D-5A03-0EC569AEB8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9661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>
          <a:extLst>
            <a:ext uri="{FF2B5EF4-FFF2-40B4-BE49-F238E27FC236}">
              <a16:creationId xmlns:a16="http://schemas.microsoft.com/office/drawing/2014/main" id="{87D46E27-9683-9298-7959-81DC82882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4f3df8accd_0_398:notes">
            <a:extLst>
              <a:ext uri="{FF2B5EF4-FFF2-40B4-BE49-F238E27FC236}">
                <a16:creationId xmlns:a16="http://schemas.microsoft.com/office/drawing/2014/main" id="{A12BFD82-A13F-1539-65E2-A04E76F39E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24f3df8accd_0_398:notes">
            <a:extLst>
              <a:ext uri="{FF2B5EF4-FFF2-40B4-BE49-F238E27FC236}">
                <a16:creationId xmlns:a16="http://schemas.microsoft.com/office/drawing/2014/main" id="{8561DF24-A8F3-B673-6A91-23F9AA3AD7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764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36C32161-D5A5-FB1D-8CBD-144DE27FD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24f3df8accd_0_391:notes">
            <a:extLst>
              <a:ext uri="{FF2B5EF4-FFF2-40B4-BE49-F238E27FC236}">
                <a16:creationId xmlns:a16="http://schemas.microsoft.com/office/drawing/2014/main" id="{79BF5F53-E2C4-5893-7007-71E49C306F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24f3df8accd_0_391:notes">
            <a:extLst>
              <a:ext uri="{FF2B5EF4-FFF2-40B4-BE49-F238E27FC236}">
                <a16:creationId xmlns:a16="http://schemas.microsoft.com/office/drawing/2014/main" id="{3A9F4EC4-FF53-CA62-1B3E-DBC974F845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06273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>
          <a:extLst>
            <a:ext uri="{FF2B5EF4-FFF2-40B4-BE49-F238E27FC236}">
              <a16:creationId xmlns:a16="http://schemas.microsoft.com/office/drawing/2014/main" id="{9E1D9CB6-9515-E1A6-FCD9-03C35804E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50225a5c45_0_39721:notes">
            <a:extLst>
              <a:ext uri="{FF2B5EF4-FFF2-40B4-BE49-F238E27FC236}">
                <a16:creationId xmlns:a16="http://schemas.microsoft.com/office/drawing/2014/main" id="{1A9C5A22-D93F-DB1A-6AFC-89F9886D6D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50225a5c45_0_39721:notes">
            <a:extLst>
              <a:ext uri="{FF2B5EF4-FFF2-40B4-BE49-F238E27FC236}">
                <a16:creationId xmlns:a16="http://schemas.microsoft.com/office/drawing/2014/main" id="{996F5152-B197-17C5-B3A7-0EBA137E07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39616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FB881762-1EC5-0C4F-4E2A-5F8F50A68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24f3df8accd_0_391:notes">
            <a:extLst>
              <a:ext uri="{FF2B5EF4-FFF2-40B4-BE49-F238E27FC236}">
                <a16:creationId xmlns:a16="http://schemas.microsoft.com/office/drawing/2014/main" id="{15E969B1-FE23-7B93-AD34-6C44496E1F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24f3df8accd_0_391:notes">
            <a:extLst>
              <a:ext uri="{FF2B5EF4-FFF2-40B4-BE49-F238E27FC236}">
                <a16:creationId xmlns:a16="http://schemas.microsoft.com/office/drawing/2014/main" id="{E3B1B5E6-690E-9143-6CDC-ED5126A361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52834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7">
          <a:extLst>
            <a:ext uri="{FF2B5EF4-FFF2-40B4-BE49-F238E27FC236}">
              <a16:creationId xmlns:a16="http://schemas.microsoft.com/office/drawing/2014/main" id="{AA04F470-CE16-2BBD-38EB-2B37BA534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250225a5c45_0_39840:notes">
            <a:extLst>
              <a:ext uri="{FF2B5EF4-FFF2-40B4-BE49-F238E27FC236}">
                <a16:creationId xmlns:a16="http://schemas.microsoft.com/office/drawing/2014/main" id="{457428CB-3213-5D6B-D4E8-90264F8DE6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250225a5c45_0_39840:notes">
            <a:extLst>
              <a:ext uri="{FF2B5EF4-FFF2-40B4-BE49-F238E27FC236}">
                <a16:creationId xmlns:a16="http://schemas.microsoft.com/office/drawing/2014/main" id="{58897E84-A18E-06DB-AE8A-69A34F390B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73700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7">
          <a:extLst>
            <a:ext uri="{FF2B5EF4-FFF2-40B4-BE49-F238E27FC236}">
              <a16:creationId xmlns:a16="http://schemas.microsoft.com/office/drawing/2014/main" id="{E15526C7-D41B-225D-8382-A8C1322D6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250225a5c45_0_39840:notes">
            <a:extLst>
              <a:ext uri="{FF2B5EF4-FFF2-40B4-BE49-F238E27FC236}">
                <a16:creationId xmlns:a16="http://schemas.microsoft.com/office/drawing/2014/main" id="{16CF9F32-D8AF-6CE8-D752-FB8664B35A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250225a5c45_0_39840:notes">
            <a:extLst>
              <a:ext uri="{FF2B5EF4-FFF2-40B4-BE49-F238E27FC236}">
                <a16:creationId xmlns:a16="http://schemas.microsoft.com/office/drawing/2014/main" id="{343F9661-AE4E-FD19-8BC0-1BCDDD0C20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23899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0">
          <a:extLst>
            <a:ext uri="{FF2B5EF4-FFF2-40B4-BE49-F238E27FC236}">
              <a16:creationId xmlns:a16="http://schemas.microsoft.com/office/drawing/2014/main" id="{0235EBDA-F4CD-2211-D713-C418C598B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250225a5c45_0_39844:notes">
            <a:extLst>
              <a:ext uri="{FF2B5EF4-FFF2-40B4-BE49-F238E27FC236}">
                <a16:creationId xmlns:a16="http://schemas.microsoft.com/office/drawing/2014/main" id="{1C96E80C-6CBA-07E9-130E-0E93928412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250225a5c45_0_39844:notes">
            <a:extLst>
              <a:ext uri="{FF2B5EF4-FFF2-40B4-BE49-F238E27FC236}">
                <a16:creationId xmlns:a16="http://schemas.microsoft.com/office/drawing/2014/main" id="{2EC60DC7-17B4-2B7A-6AF1-88C892B49F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11981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54B49303-94AB-6401-8C43-326582385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24f3df8accd_0_391:notes">
            <a:extLst>
              <a:ext uri="{FF2B5EF4-FFF2-40B4-BE49-F238E27FC236}">
                <a16:creationId xmlns:a16="http://schemas.microsoft.com/office/drawing/2014/main" id="{B3BCE6DE-A77C-6ECB-28B6-BAEEF71B8B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24f3df8accd_0_391:notes">
            <a:extLst>
              <a:ext uri="{FF2B5EF4-FFF2-40B4-BE49-F238E27FC236}">
                <a16:creationId xmlns:a16="http://schemas.microsoft.com/office/drawing/2014/main" id="{993B57BE-F6A8-8DC1-9FA7-24281ECD55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2012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ABB8C862-9AC5-E755-59D5-5A8E52315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250225a5c45_0_39826:notes">
            <a:extLst>
              <a:ext uri="{FF2B5EF4-FFF2-40B4-BE49-F238E27FC236}">
                <a16:creationId xmlns:a16="http://schemas.microsoft.com/office/drawing/2014/main" id="{31E52D02-5FAC-6AC0-A9CD-FEA0256474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250225a5c45_0_39826:notes">
            <a:extLst>
              <a:ext uri="{FF2B5EF4-FFF2-40B4-BE49-F238E27FC236}">
                <a16:creationId xmlns:a16="http://schemas.microsoft.com/office/drawing/2014/main" id="{AED8B2BE-A9F0-F64C-4023-02B62D0161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87532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4F7679A2-0CC9-695E-967D-DAE079646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250225a5c45_0_39826:notes">
            <a:extLst>
              <a:ext uri="{FF2B5EF4-FFF2-40B4-BE49-F238E27FC236}">
                <a16:creationId xmlns:a16="http://schemas.microsoft.com/office/drawing/2014/main" id="{FBE299B4-2E07-ECE7-C95B-324CD2DBDD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250225a5c45_0_39826:notes">
            <a:extLst>
              <a:ext uri="{FF2B5EF4-FFF2-40B4-BE49-F238E27FC236}">
                <a16:creationId xmlns:a16="http://schemas.microsoft.com/office/drawing/2014/main" id="{90A61939-D8B3-7986-D50A-B1CF8046CE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50958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28A501DE-43A4-C2AC-56DF-75B0C775C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250225a5c45_0_39826:notes">
            <a:extLst>
              <a:ext uri="{FF2B5EF4-FFF2-40B4-BE49-F238E27FC236}">
                <a16:creationId xmlns:a16="http://schemas.microsoft.com/office/drawing/2014/main" id="{527CDE5C-9AF7-A7F5-CB37-6241693D5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250225a5c45_0_39826:notes">
            <a:extLst>
              <a:ext uri="{FF2B5EF4-FFF2-40B4-BE49-F238E27FC236}">
                <a16:creationId xmlns:a16="http://schemas.microsoft.com/office/drawing/2014/main" id="{37B7F7AB-1EDB-5DDD-6BC6-F39C504DA1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77400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39287834-9241-ACD1-CC5F-17BCF8C94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250225a5c45_0_39826:notes">
            <a:extLst>
              <a:ext uri="{FF2B5EF4-FFF2-40B4-BE49-F238E27FC236}">
                <a16:creationId xmlns:a16="http://schemas.microsoft.com/office/drawing/2014/main" id="{362309A3-2CDA-C669-CD91-4B280B6571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250225a5c45_0_39826:notes">
            <a:extLst>
              <a:ext uri="{FF2B5EF4-FFF2-40B4-BE49-F238E27FC236}">
                <a16:creationId xmlns:a16="http://schemas.microsoft.com/office/drawing/2014/main" id="{A30CD512-A2BB-CF9B-27D9-E873C8D0F5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31450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>
          <a:extLst>
            <a:ext uri="{FF2B5EF4-FFF2-40B4-BE49-F238E27FC236}">
              <a16:creationId xmlns:a16="http://schemas.microsoft.com/office/drawing/2014/main" id="{8774B461-B0FF-B608-AFF1-1D46B10E5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250225a5c45_0_39826:notes">
            <a:extLst>
              <a:ext uri="{FF2B5EF4-FFF2-40B4-BE49-F238E27FC236}">
                <a16:creationId xmlns:a16="http://schemas.microsoft.com/office/drawing/2014/main" id="{9E936BBE-B002-36B5-0E55-C2EAD91D0A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250225a5c45_0_39826:notes">
            <a:extLst>
              <a:ext uri="{FF2B5EF4-FFF2-40B4-BE49-F238E27FC236}">
                <a16:creationId xmlns:a16="http://schemas.microsoft.com/office/drawing/2014/main" id="{7B3B1FBF-19B7-372A-F493-FC42B91F13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64505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9CE9C4F0-BC9B-8BD1-B159-17DB8AB00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24f3df8accd_0_391:notes">
            <a:extLst>
              <a:ext uri="{FF2B5EF4-FFF2-40B4-BE49-F238E27FC236}">
                <a16:creationId xmlns:a16="http://schemas.microsoft.com/office/drawing/2014/main" id="{A67D8790-D773-436B-FA2F-4AC8871FCB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24f3df8accd_0_391:notes">
            <a:extLst>
              <a:ext uri="{FF2B5EF4-FFF2-40B4-BE49-F238E27FC236}">
                <a16:creationId xmlns:a16="http://schemas.microsoft.com/office/drawing/2014/main" id="{46D47850-2312-6740-BD5F-2FECBFF87F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74265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5">
          <a:extLst>
            <a:ext uri="{FF2B5EF4-FFF2-40B4-BE49-F238E27FC236}">
              <a16:creationId xmlns:a16="http://schemas.microsoft.com/office/drawing/2014/main" id="{42771DA2-2D96-1BC8-B393-3658B4AFA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250225a5c45_0_39865:notes">
            <a:extLst>
              <a:ext uri="{FF2B5EF4-FFF2-40B4-BE49-F238E27FC236}">
                <a16:creationId xmlns:a16="http://schemas.microsoft.com/office/drawing/2014/main" id="{D81DE2D0-4301-F201-38BD-5764EAE454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250225a5c45_0_39865:notes">
            <a:extLst>
              <a:ext uri="{FF2B5EF4-FFF2-40B4-BE49-F238E27FC236}">
                <a16:creationId xmlns:a16="http://schemas.microsoft.com/office/drawing/2014/main" id="{0DE708C1-E435-7498-DC00-B93A1290DF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58203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F5F16678-25D1-DDA7-EDB4-62B60F4FE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24f3df8accd_0_391:notes">
            <a:extLst>
              <a:ext uri="{FF2B5EF4-FFF2-40B4-BE49-F238E27FC236}">
                <a16:creationId xmlns:a16="http://schemas.microsoft.com/office/drawing/2014/main" id="{84F3DFB0-2D46-2B95-4B9C-4AB1ECDDE9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24f3df8accd_0_391:notes">
            <a:extLst>
              <a:ext uri="{FF2B5EF4-FFF2-40B4-BE49-F238E27FC236}">
                <a16:creationId xmlns:a16="http://schemas.microsoft.com/office/drawing/2014/main" id="{4E1B8894-AF21-FC64-CDD0-3BDD9ABB0D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5532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5">
          <a:extLst>
            <a:ext uri="{FF2B5EF4-FFF2-40B4-BE49-F238E27FC236}">
              <a16:creationId xmlns:a16="http://schemas.microsoft.com/office/drawing/2014/main" id="{914CA17E-108E-8AB7-F461-4720536A9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250225a5c45_0_39865:notes">
            <a:extLst>
              <a:ext uri="{FF2B5EF4-FFF2-40B4-BE49-F238E27FC236}">
                <a16:creationId xmlns:a16="http://schemas.microsoft.com/office/drawing/2014/main" id="{5A3A4707-5728-7852-792C-86B466C30C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250225a5c45_0_39865:notes">
            <a:extLst>
              <a:ext uri="{FF2B5EF4-FFF2-40B4-BE49-F238E27FC236}">
                <a16:creationId xmlns:a16="http://schemas.microsoft.com/office/drawing/2014/main" id="{EF0E7A40-714A-97A1-7F0D-6CD0B29FDD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47651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250225a5c45_0_398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250225a5c45_0_398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271125" y="1417663"/>
            <a:ext cx="4150500" cy="182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271125" y="3341838"/>
            <a:ext cx="41505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276425" y="135875"/>
            <a:ext cx="8538875" cy="4740075"/>
            <a:chOff x="276425" y="135875"/>
            <a:chExt cx="8538875" cy="474007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8196000" y="135875"/>
              <a:ext cx="619300" cy="330925"/>
              <a:chOff x="5031250" y="135875"/>
              <a:chExt cx="619300" cy="330925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5031250" y="13587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5195653" y="34680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5530550" y="346800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" name="Google Shape;16;p2"/>
            <p:cNvGrpSpPr/>
            <p:nvPr/>
          </p:nvGrpSpPr>
          <p:grpSpPr>
            <a:xfrm>
              <a:off x="276425" y="4185388"/>
              <a:ext cx="284403" cy="690563"/>
              <a:chOff x="276425" y="4185388"/>
              <a:chExt cx="284403" cy="690563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276425" y="454502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440828" y="475595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440828" y="4185388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" name="Google Shape;20;p2"/>
          <p:cNvGrpSpPr/>
          <p:nvPr/>
        </p:nvGrpSpPr>
        <p:grpSpPr>
          <a:xfrm>
            <a:off x="0" y="307163"/>
            <a:ext cx="9141000" cy="4529150"/>
            <a:chOff x="0" y="307163"/>
            <a:chExt cx="9141000" cy="4529150"/>
          </a:xfrm>
        </p:grpSpPr>
        <p:cxnSp>
          <p:nvCxnSpPr>
            <p:cNvPr id="21" name="Google Shape;21;p2"/>
            <p:cNvCxnSpPr/>
            <p:nvPr/>
          </p:nvCxnSpPr>
          <p:spPr>
            <a:xfrm>
              <a:off x="0" y="30716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22;p2"/>
            <p:cNvCxnSpPr/>
            <p:nvPr/>
          </p:nvCxnSpPr>
          <p:spPr>
            <a:xfrm>
              <a:off x="4570500" y="483631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722375" y="2600850"/>
            <a:ext cx="3473400" cy="7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 idx="2" hasCustomPrompt="1"/>
          </p:nvPr>
        </p:nvSpPr>
        <p:spPr>
          <a:xfrm>
            <a:off x="3101075" y="1759050"/>
            <a:ext cx="1094700" cy="8418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8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26" name="Google Shape;26;p3"/>
          <p:cNvGrpSpPr/>
          <p:nvPr/>
        </p:nvGrpSpPr>
        <p:grpSpPr>
          <a:xfrm>
            <a:off x="0" y="307163"/>
            <a:ext cx="9141000" cy="4529150"/>
            <a:chOff x="0" y="307163"/>
            <a:chExt cx="9141000" cy="4529150"/>
          </a:xfrm>
        </p:grpSpPr>
        <p:cxnSp>
          <p:nvCxnSpPr>
            <p:cNvPr id="27" name="Google Shape;27;p3"/>
            <p:cNvCxnSpPr/>
            <p:nvPr/>
          </p:nvCxnSpPr>
          <p:spPr>
            <a:xfrm rot="10800000">
              <a:off x="4570500" y="30716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28;p3"/>
            <p:cNvCxnSpPr/>
            <p:nvPr/>
          </p:nvCxnSpPr>
          <p:spPr>
            <a:xfrm rot="10800000">
              <a:off x="0" y="483631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9" name="Google Shape;29;p3"/>
          <p:cNvGrpSpPr/>
          <p:nvPr/>
        </p:nvGrpSpPr>
        <p:grpSpPr>
          <a:xfrm>
            <a:off x="285949" y="264091"/>
            <a:ext cx="8669681" cy="4789793"/>
            <a:chOff x="285949" y="264091"/>
            <a:chExt cx="8669681" cy="4789793"/>
          </a:xfrm>
        </p:grpSpPr>
        <p:grpSp>
          <p:nvGrpSpPr>
            <p:cNvPr id="30" name="Google Shape;30;p3"/>
            <p:cNvGrpSpPr/>
            <p:nvPr/>
          </p:nvGrpSpPr>
          <p:grpSpPr>
            <a:xfrm rot="5071527">
              <a:off x="501012" y="93311"/>
              <a:ext cx="284392" cy="690536"/>
              <a:chOff x="276425" y="4185388"/>
              <a:chExt cx="284403" cy="690563"/>
            </a:xfrm>
          </p:grpSpPr>
          <p:sp>
            <p:nvSpPr>
              <p:cNvPr id="31" name="Google Shape;31;p3"/>
              <p:cNvSpPr/>
              <p:nvPr/>
            </p:nvSpPr>
            <p:spPr>
              <a:xfrm>
                <a:off x="276425" y="454502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>
                <a:off x="440828" y="475595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3"/>
              <p:cNvSpPr/>
              <p:nvPr/>
            </p:nvSpPr>
            <p:spPr>
              <a:xfrm>
                <a:off x="440828" y="4185388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" name="Google Shape;34;p3"/>
            <p:cNvGrpSpPr/>
            <p:nvPr/>
          </p:nvGrpSpPr>
          <p:grpSpPr>
            <a:xfrm rot="-4116747">
              <a:off x="8378950" y="4539720"/>
              <a:ext cx="619343" cy="330948"/>
              <a:chOff x="5031250" y="135875"/>
              <a:chExt cx="619300" cy="330925"/>
            </a:xfrm>
          </p:grpSpPr>
          <p:sp>
            <p:nvSpPr>
              <p:cNvPr id="35" name="Google Shape;35;p3"/>
              <p:cNvSpPr/>
              <p:nvPr/>
            </p:nvSpPr>
            <p:spPr>
              <a:xfrm>
                <a:off x="5031250" y="13587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5195653" y="34680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>
                <a:off x="5530550" y="346800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1"/>
          </p:nvPr>
        </p:nvSpPr>
        <p:spPr>
          <a:xfrm>
            <a:off x="1128763" y="2658898"/>
            <a:ext cx="2928300" cy="11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subTitle" idx="2"/>
          </p:nvPr>
        </p:nvSpPr>
        <p:spPr>
          <a:xfrm>
            <a:off x="5086893" y="2658898"/>
            <a:ext cx="2928300" cy="115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subTitle" idx="3"/>
          </p:nvPr>
        </p:nvSpPr>
        <p:spPr>
          <a:xfrm>
            <a:off x="1128762" y="2308800"/>
            <a:ext cx="2928300" cy="45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sz="1800" b="1"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subTitle" idx="4"/>
          </p:nvPr>
        </p:nvSpPr>
        <p:spPr>
          <a:xfrm>
            <a:off x="5086899" y="2308800"/>
            <a:ext cx="2928300" cy="45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sz="1800" b="1"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grpSp>
        <p:nvGrpSpPr>
          <p:cNvPr id="59" name="Google Shape;59;p5"/>
          <p:cNvGrpSpPr/>
          <p:nvPr/>
        </p:nvGrpSpPr>
        <p:grpSpPr>
          <a:xfrm rot="-9969249">
            <a:off x="8236724" y="374036"/>
            <a:ext cx="619273" cy="330910"/>
            <a:chOff x="5031250" y="135875"/>
            <a:chExt cx="619300" cy="330925"/>
          </a:xfrm>
        </p:grpSpPr>
        <p:sp>
          <p:nvSpPr>
            <p:cNvPr id="60" name="Google Shape;60;p5"/>
            <p:cNvSpPr/>
            <p:nvPr/>
          </p:nvSpPr>
          <p:spPr>
            <a:xfrm>
              <a:off x="5031250" y="135875"/>
              <a:ext cx="120000" cy="120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5195653" y="346800"/>
              <a:ext cx="120000" cy="1200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5530550" y="346800"/>
              <a:ext cx="120000" cy="120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" name="Google Shape;63;p5"/>
          <p:cNvGrpSpPr/>
          <p:nvPr/>
        </p:nvGrpSpPr>
        <p:grpSpPr>
          <a:xfrm rot="-5082576">
            <a:off x="580185" y="4491069"/>
            <a:ext cx="284392" cy="690535"/>
            <a:chOff x="276425" y="4185388"/>
            <a:chExt cx="284403" cy="690563"/>
          </a:xfrm>
        </p:grpSpPr>
        <p:sp>
          <p:nvSpPr>
            <p:cNvPr id="64" name="Google Shape;64;p5"/>
            <p:cNvSpPr/>
            <p:nvPr/>
          </p:nvSpPr>
          <p:spPr>
            <a:xfrm>
              <a:off x="276425" y="4545025"/>
              <a:ext cx="120000" cy="120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5"/>
            <p:cNvSpPr/>
            <p:nvPr/>
          </p:nvSpPr>
          <p:spPr>
            <a:xfrm>
              <a:off x="440828" y="4755950"/>
              <a:ext cx="120000" cy="1200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5"/>
            <p:cNvSpPr/>
            <p:nvPr/>
          </p:nvSpPr>
          <p:spPr>
            <a:xfrm>
              <a:off x="440828" y="4185388"/>
              <a:ext cx="120000" cy="1200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7" name="Google Shape;67;p5"/>
          <p:cNvCxnSpPr/>
          <p:nvPr/>
        </p:nvCxnSpPr>
        <p:spPr>
          <a:xfrm>
            <a:off x="4570500" y="4836313"/>
            <a:ext cx="4570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70" name="Google Shape;70;p6"/>
          <p:cNvGrpSpPr/>
          <p:nvPr/>
        </p:nvGrpSpPr>
        <p:grpSpPr>
          <a:xfrm>
            <a:off x="150145" y="211917"/>
            <a:ext cx="8695880" cy="4789870"/>
            <a:chOff x="150145" y="211917"/>
            <a:chExt cx="8695880" cy="4789870"/>
          </a:xfrm>
        </p:grpSpPr>
        <p:grpSp>
          <p:nvGrpSpPr>
            <p:cNvPr id="71" name="Google Shape;71;p6"/>
            <p:cNvGrpSpPr/>
            <p:nvPr/>
          </p:nvGrpSpPr>
          <p:grpSpPr>
            <a:xfrm>
              <a:off x="8226725" y="4670863"/>
              <a:ext cx="619300" cy="330925"/>
              <a:chOff x="5031250" y="135875"/>
              <a:chExt cx="619300" cy="330925"/>
            </a:xfrm>
          </p:grpSpPr>
          <p:sp>
            <p:nvSpPr>
              <p:cNvPr id="72" name="Google Shape;72;p6"/>
              <p:cNvSpPr/>
              <p:nvPr/>
            </p:nvSpPr>
            <p:spPr>
              <a:xfrm>
                <a:off x="5031250" y="13587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6"/>
              <p:cNvSpPr/>
              <p:nvPr/>
            </p:nvSpPr>
            <p:spPr>
              <a:xfrm>
                <a:off x="5195653" y="34680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6"/>
              <p:cNvSpPr/>
              <p:nvPr/>
            </p:nvSpPr>
            <p:spPr>
              <a:xfrm>
                <a:off x="5530550" y="346800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6"/>
            <p:cNvGrpSpPr/>
            <p:nvPr/>
          </p:nvGrpSpPr>
          <p:grpSpPr>
            <a:xfrm rot="5400000">
              <a:off x="353225" y="8838"/>
              <a:ext cx="284403" cy="690563"/>
              <a:chOff x="276425" y="4185388"/>
              <a:chExt cx="284403" cy="690563"/>
            </a:xfrm>
          </p:grpSpPr>
          <p:sp>
            <p:nvSpPr>
              <p:cNvPr id="76" name="Google Shape;76;p6"/>
              <p:cNvSpPr/>
              <p:nvPr/>
            </p:nvSpPr>
            <p:spPr>
              <a:xfrm>
                <a:off x="276425" y="454502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6"/>
              <p:cNvSpPr/>
              <p:nvPr/>
            </p:nvSpPr>
            <p:spPr>
              <a:xfrm>
                <a:off x="440828" y="475595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6"/>
              <p:cNvSpPr/>
              <p:nvPr/>
            </p:nvSpPr>
            <p:spPr>
              <a:xfrm>
                <a:off x="440828" y="4185388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9" name="Google Shape;79;p6"/>
          <p:cNvGrpSpPr/>
          <p:nvPr/>
        </p:nvGrpSpPr>
        <p:grpSpPr>
          <a:xfrm>
            <a:off x="0" y="307163"/>
            <a:ext cx="9141000" cy="4529150"/>
            <a:chOff x="0" y="307163"/>
            <a:chExt cx="9141000" cy="4529150"/>
          </a:xfrm>
        </p:grpSpPr>
        <p:cxnSp>
          <p:nvCxnSpPr>
            <p:cNvPr id="80" name="Google Shape;80;p6"/>
            <p:cNvCxnSpPr/>
            <p:nvPr/>
          </p:nvCxnSpPr>
          <p:spPr>
            <a:xfrm rot="10800000">
              <a:off x="4570500" y="30716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" name="Google Shape;81;p6"/>
            <p:cNvCxnSpPr/>
            <p:nvPr/>
          </p:nvCxnSpPr>
          <p:spPr>
            <a:xfrm rot="10800000">
              <a:off x="0" y="483631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 txBox="1">
            <a:spLocks noGrp="1"/>
          </p:cNvSpPr>
          <p:nvPr>
            <p:ph type="title"/>
          </p:nvPr>
        </p:nvSpPr>
        <p:spPr>
          <a:xfrm>
            <a:off x="1878750" y="1289700"/>
            <a:ext cx="5386500" cy="256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00" name="Google Shape;100;p8"/>
          <p:cNvGrpSpPr/>
          <p:nvPr/>
        </p:nvGrpSpPr>
        <p:grpSpPr>
          <a:xfrm>
            <a:off x="0" y="307163"/>
            <a:ext cx="9141000" cy="4529150"/>
            <a:chOff x="0" y="307163"/>
            <a:chExt cx="9141000" cy="4529150"/>
          </a:xfrm>
        </p:grpSpPr>
        <p:cxnSp>
          <p:nvCxnSpPr>
            <p:cNvPr id="101" name="Google Shape;101;p8"/>
            <p:cNvCxnSpPr/>
            <p:nvPr/>
          </p:nvCxnSpPr>
          <p:spPr>
            <a:xfrm>
              <a:off x="0" y="30716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" name="Google Shape;102;p8"/>
            <p:cNvCxnSpPr/>
            <p:nvPr/>
          </p:nvCxnSpPr>
          <p:spPr>
            <a:xfrm>
              <a:off x="4570500" y="483631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3" name="Google Shape;103;p8"/>
          <p:cNvGrpSpPr/>
          <p:nvPr/>
        </p:nvGrpSpPr>
        <p:grpSpPr>
          <a:xfrm>
            <a:off x="294371" y="141713"/>
            <a:ext cx="8240379" cy="4829479"/>
            <a:chOff x="294371" y="141713"/>
            <a:chExt cx="8240379" cy="4829479"/>
          </a:xfrm>
        </p:grpSpPr>
        <p:grpSp>
          <p:nvGrpSpPr>
            <p:cNvPr id="104" name="Google Shape;104;p8"/>
            <p:cNvGrpSpPr/>
            <p:nvPr/>
          </p:nvGrpSpPr>
          <p:grpSpPr>
            <a:xfrm>
              <a:off x="7915450" y="141713"/>
              <a:ext cx="619300" cy="330925"/>
              <a:chOff x="5031250" y="135875"/>
              <a:chExt cx="619300" cy="330925"/>
            </a:xfrm>
          </p:grpSpPr>
          <p:sp>
            <p:nvSpPr>
              <p:cNvPr id="105" name="Google Shape;105;p8"/>
              <p:cNvSpPr/>
              <p:nvPr/>
            </p:nvSpPr>
            <p:spPr>
              <a:xfrm>
                <a:off x="5031250" y="13587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8"/>
              <p:cNvSpPr/>
              <p:nvPr/>
            </p:nvSpPr>
            <p:spPr>
              <a:xfrm>
                <a:off x="5195653" y="34680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8"/>
              <p:cNvSpPr/>
              <p:nvPr/>
            </p:nvSpPr>
            <p:spPr>
              <a:xfrm>
                <a:off x="5530550" y="346800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" name="Google Shape;108;p8"/>
            <p:cNvGrpSpPr/>
            <p:nvPr/>
          </p:nvGrpSpPr>
          <p:grpSpPr>
            <a:xfrm rot="-1970868">
              <a:off x="458916" y="4258716"/>
              <a:ext cx="284398" cy="690551"/>
              <a:chOff x="276425" y="4185388"/>
              <a:chExt cx="284403" cy="690563"/>
            </a:xfrm>
          </p:grpSpPr>
          <p:sp>
            <p:nvSpPr>
              <p:cNvPr id="109" name="Google Shape;109;p8"/>
              <p:cNvSpPr/>
              <p:nvPr/>
            </p:nvSpPr>
            <p:spPr>
              <a:xfrm>
                <a:off x="276425" y="454502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8"/>
              <p:cNvSpPr/>
              <p:nvPr/>
            </p:nvSpPr>
            <p:spPr>
              <a:xfrm>
                <a:off x="440828" y="475595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8"/>
              <p:cNvSpPr/>
              <p:nvPr/>
            </p:nvSpPr>
            <p:spPr>
              <a:xfrm>
                <a:off x="440828" y="4185388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 txBox="1">
            <a:spLocks noGrp="1"/>
          </p:cNvSpPr>
          <p:nvPr>
            <p:ph type="title"/>
          </p:nvPr>
        </p:nvSpPr>
        <p:spPr>
          <a:xfrm>
            <a:off x="2549400" y="127882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4" name="Google Shape;114;p9"/>
          <p:cNvSpPr txBox="1">
            <a:spLocks noGrp="1"/>
          </p:cNvSpPr>
          <p:nvPr>
            <p:ph type="subTitle" idx="1"/>
          </p:nvPr>
        </p:nvSpPr>
        <p:spPr>
          <a:xfrm>
            <a:off x="2549400" y="284872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5" name="Google Shape;115;p9"/>
          <p:cNvGrpSpPr/>
          <p:nvPr/>
        </p:nvGrpSpPr>
        <p:grpSpPr>
          <a:xfrm>
            <a:off x="211278" y="220206"/>
            <a:ext cx="8661690" cy="4820732"/>
            <a:chOff x="211278" y="220206"/>
            <a:chExt cx="8661690" cy="4820732"/>
          </a:xfrm>
        </p:grpSpPr>
        <p:grpSp>
          <p:nvGrpSpPr>
            <p:cNvPr id="116" name="Google Shape;116;p9"/>
            <p:cNvGrpSpPr/>
            <p:nvPr/>
          </p:nvGrpSpPr>
          <p:grpSpPr>
            <a:xfrm rot="-4513216">
              <a:off x="8324345" y="4533868"/>
              <a:ext cx="619291" cy="330920"/>
              <a:chOff x="5031250" y="135875"/>
              <a:chExt cx="619300" cy="330925"/>
            </a:xfrm>
          </p:grpSpPr>
          <p:sp>
            <p:nvSpPr>
              <p:cNvPr id="117" name="Google Shape;117;p9"/>
              <p:cNvSpPr/>
              <p:nvPr/>
            </p:nvSpPr>
            <p:spPr>
              <a:xfrm>
                <a:off x="5031250" y="13587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9"/>
              <p:cNvSpPr/>
              <p:nvPr/>
            </p:nvSpPr>
            <p:spPr>
              <a:xfrm>
                <a:off x="5195653" y="34680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9"/>
              <p:cNvSpPr/>
              <p:nvPr/>
            </p:nvSpPr>
            <p:spPr>
              <a:xfrm>
                <a:off x="5530550" y="346800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" name="Google Shape;120;p9"/>
            <p:cNvGrpSpPr/>
            <p:nvPr/>
          </p:nvGrpSpPr>
          <p:grpSpPr>
            <a:xfrm rot="811576">
              <a:off x="288095" y="243890"/>
              <a:ext cx="284414" cy="690589"/>
              <a:chOff x="276425" y="4185388"/>
              <a:chExt cx="284403" cy="690563"/>
            </a:xfrm>
          </p:grpSpPr>
          <p:sp>
            <p:nvSpPr>
              <p:cNvPr id="121" name="Google Shape;121;p9"/>
              <p:cNvSpPr/>
              <p:nvPr/>
            </p:nvSpPr>
            <p:spPr>
              <a:xfrm>
                <a:off x="276425" y="454502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9"/>
              <p:cNvSpPr/>
              <p:nvPr/>
            </p:nvSpPr>
            <p:spPr>
              <a:xfrm>
                <a:off x="440828" y="475595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9"/>
              <p:cNvSpPr/>
              <p:nvPr/>
            </p:nvSpPr>
            <p:spPr>
              <a:xfrm>
                <a:off x="440828" y="4185388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4" name="Google Shape;124;p9"/>
          <p:cNvGrpSpPr/>
          <p:nvPr/>
        </p:nvGrpSpPr>
        <p:grpSpPr>
          <a:xfrm>
            <a:off x="0" y="307163"/>
            <a:ext cx="9141000" cy="4529150"/>
            <a:chOff x="0" y="307163"/>
            <a:chExt cx="9141000" cy="4529150"/>
          </a:xfrm>
        </p:grpSpPr>
        <p:cxnSp>
          <p:nvCxnSpPr>
            <p:cNvPr id="125" name="Google Shape;125;p9"/>
            <p:cNvCxnSpPr/>
            <p:nvPr/>
          </p:nvCxnSpPr>
          <p:spPr>
            <a:xfrm rot="10800000">
              <a:off x="4570500" y="30716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" name="Google Shape;126;p9"/>
            <p:cNvCxnSpPr/>
            <p:nvPr/>
          </p:nvCxnSpPr>
          <p:spPr>
            <a:xfrm rot="10800000">
              <a:off x="0" y="483631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29" name="Google Shape;129;p10"/>
          <p:cNvGrpSpPr/>
          <p:nvPr/>
        </p:nvGrpSpPr>
        <p:grpSpPr>
          <a:xfrm>
            <a:off x="0" y="307163"/>
            <a:ext cx="9141000" cy="4529150"/>
            <a:chOff x="0" y="307163"/>
            <a:chExt cx="9141000" cy="4529150"/>
          </a:xfrm>
        </p:grpSpPr>
        <p:cxnSp>
          <p:nvCxnSpPr>
            <p:cNvPr id="130" name="Google Shape;130;p10"/>
            <p:cNvCxnSpPr/>
            <p:nvPr/>
          </p:nvCxnSpPr>
          <p:spPr>
            <a:xfrm>
              <a:off x="0" y="30716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1" name="Google Shape;131;p10"/>
            <p:cNvCxnSpPr/>
            <p:nvPr/>
          </p:nvCxnSpPr>
          <p:spPr>
            <a:xfrm>
              <a:off x="4570500" y="483631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2" name="Google Shape;132;p10"/>
          <p:cNvGrpSpPr/>
          <p:nvPr/>
        </p:nvGrpSpPr>
        <p:grpSpPr>
          <a:xfrm>
            <a:off x="328075" y="147253"/>
            <a:ext cx="8635431" cy="4787659"/>
            <a:chOff x="328075" y="147253"/>
            <a:chExt cx="8635431" cy="4787659"/>
          </a:xfrm>
        </p:grpSpPr>
        <p:grpSp>
          <p:nvGrpSpPr>
            <p:cNvPr id="133" name="Google Shape;133;p10"/>
            <p:cNvGrpSpPr/>
            <p:nvPr/>
          </p:nvGrpSpPr>
          <p:grpSpPr>
            <a:xfrm>
              <a:off x="328075" y="4603988"/>
              <a:ext cx="619300" cy="330925"/>
              <a:chOff x="5031250" y="135875"/>
              <a:chExt cx="619300" cy="330925"/>
            </a:xfrm>
          </p:grpSpPr>
          <p:sp>
            <p:nvSpPr>
              <p:cNvPr id="134" name="Google Shape;134;p10"/>
              <p:cNvSpPr/>
              <p:nvPr/>
            </p:nvSpPr>
            <p:spPr>
              <a:xfrm>
                <a:off x="5031250" y="13587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10"/>
              <p:cNvSpPr/>
              <p:nvPr/>
            </p:nvSpPr>
            <p:spPr>
              <a:xfrm>
                <a:off x="5195653" y="34680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10"/>
              <p:cNvSpPr/>
              <p:nvPr/>
            </p:nvSpPr>
            <p:spPr>
              <a:xfrm>
                <a:off x="5530550" y="346800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7" name="Google Shape;137;p10"/>
            <p:cNvGrpSpPr/>
            <p:nvPr/>
          </p:nvGrpSpPr>
          <p:grpSpPr>
            <a:xfrm rot="-3619827">
              <a:off x="8450899" y="96443"/>
              <a:ext cx="284405" cy="690567"/>
              <a:chOff x="276425" y="4185388"/>
              <a:chExt cx="284403" cy="690563"/>
            </a:xfrm>
          </p:grpSpPr>
          <p:sp>
            <p:nvSpPr>
              <p:cNvPr id="138" name="Google Shape;138;p10"/>
              <p:cNvSpPr/>
              <p:nvPr/>
            </p:nvSpPr>
            <p:spPr>
              <a:xfrm>
                <a:off x="276425" y="454502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10"/>
              <p:cNvSpPr/>
              <p:nvPr/>
            </p:nvSpPr>
            <p:spPr>
              <a:xfrm>
                <a:off x="440828" y="475595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10"/>
              <p:cNvSpPr/>
              <p:nvPr/>
            </p:nvSpPr>
            <p:spPr>
              <a:xfrm>
                <a:off x="440828" y="4185388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>
            <a:spLocks noGrp="1"/>
          </p:cNvSpPr>
          <p:nvPr>
            <p:ph type="title" hasCustomPrompt="1"/>
          </p:nvPr>
        </p:nvSpPr>
        <p:spPr>
          <a:xfrm>
            <a:off x="1189390" y="1650050"/>
            <a:ext cx="6765300" cy="13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3" name="Google Shape;143;p11"/>
          <p:cNvSpPr txBox="1">
            <a:spLocks noGrp="1"/>
          </p:cNvSpPr>
          <p:nvPr>
            <p:ph type="subTitle" idx="1"/>
          </p:nvPr>
        </p:nvSpPr>
        <p:spPr>
          <a:xfrm>
            <a:off x="1189350" y="2957650"/>
            <a:ext cx="6765300" cy="5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44" name="Google Shape;144;p11"/>
          <p:cNvGrpSpPr/>
          <p:nvPr/>
        </p:nvGrpSpPr>
        <p:grpSpPr>
          <a:xfrm>
            <a:off x="0" y="307163"/>
            <a:ext cx="9141000" cy="4529150"/>
            <a:chOff x="0" y="307163"/>
            <a:chExt cx="9141000" cy="4529150"/>
          </a:xfrm>
        </p:grpSpPr>
        <p:cxnSp>
          <p:nvCxnSpPr>
            <p:cNvPr id="145" name="Google Shape;145;p11"/>
            <p:cNvCxnSpPr/>
            <p:nvPr/>
          </p:nvCxnSpPr>
          <p:spPr>
            <a:xfrm rot="10800000">
              <a:off x="4570500" y="30716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" name="Google Shape;146;p11"/>
            <p:cNvCxnSpPr/>
            <p:nvPr/>
          </p:nvCxnSpPr>
          <p:spPr>
            <a:xfrm rot="10800000">
              <a:off x="0" y="483631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7" name="Google Shape;147;p11"/>
          <p:cNvGrpSpPr/>
          <p:nvPr/>
        </p:nvGrpSpPr>
        <p:grpSpPr>
          <a:xfrm>
            <a:off x="32616" y="307167"/>
            <a:ext cx="8926885" cy="4706689"/>
            <a:chOff x="32616" y="307167"/>
            <a:chExt cx="8926885" cy="4706689"/>
          </a:xfrm>
        </p:grpSpPr>
        <p:grpSp>
          <p:nvGrpSpPr>
            <p:cNvPr id="148" name="Google Shape;148;p11"/>
            <p:cNvGrpSpPr/>
            <p:nvPr/>
          </p:nvGrpSpPr>
          <p:grpSpPr>
            <a:xfrm rot="-7457161">
              <a:off x="8451932" y="4356605"/>
              <a:ext cx="284391" cy="690533"/>
              <a:chOff x="276425" y="4185388"/>
              <a:chExt cx="284403" cy="690563"/>
            </a:xfrm>
          </p:grpSpPr>
          <p:sp>
            <p:nvSpPr>
              <p:cNvPr id="149" name="Google Shape;149;p11"/>
              <p:cNvSpPr/>
              <p:nvPr/>
            </p:nvSpPr>
            <p:spPr>
              <a:xfrm>
                <a:off x="276425" y="454502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>
                <a:off x="440828" y="475595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>
                <a:off x="440828" y="4185388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" name="Google Shape;152;p11"/>
            <p:cNvGrpSpPr/>
            <p:nvPr/>
          </p:nvGrpSpPr>
          <p:grpSpPr>
            <a:xfrm rot="-7078930">
              <a:off x="14371" y="492790"/>
              <a:ext cx="619304" cy="330927"/>
              <a:chOff x="5031250" y="135875"/>
              <a:chExt cx="619300" cy="330925"/>
            </a:xfrm>
          </p:grpSpPr>
          <p:sp>
            <p:nvSpPr>
              <p:cNvPr id="153" name="Google Shape;153;p11"/>
              <p:cNvSpPr/>
              <p:nvPr/>
            </p:nvSpPr>
            <p:spPr>
              <a:xfrm>
                <a:off x="5031250" y="13587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11"/>
              <p:cNvSpPr/>
              <p:nvPr/>
            </p:nvSpPr>
            <p:spPr>
              <a:xfrm>
                <a:off x="5195653" y="34680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11"/>
              <p:cNvSpPr/>
              <p:nvPr/>
            </p:nvSpPr>
            <p:spPr>
              <a:xfrm>
                <a:off x="5530550" y="346800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13"/>
          <p:cNvSpPr txBox="1">
            <a:spLocks noGrp="1"/>
          </p:cNvSpPr>
          <p:nvPr>
            <p:ph type="title" idx="2" hasCustomPrompt="1"/>
          </p:nvPr>
        </p:nvSpPr>
        <p:spPr>
          <a:xfrm>
            <a:off x="852950" y="1262822"/>
            <a:ext cx="594900" cy="4575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60" name="Google Shape;160;p13"/>
          <p:cNvSpPr txBox="1">
            <a:spLocks noGrp="1"/>
          </p:cNvSpPr>
          <p:nvPr>
            <p:ph type="subTitle" idx="1"/>
          </p:nvPr>
        </p:nvSpPr>
        <p:spPr>
          <a:xfrm>
            <a:off x="1586026" y="1262822"/>
            <a:ext cx="27924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sz="1800" b="1"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61" name="Google Shape;161;p13"/>
          <p:cNvSpPr txBox="1">
            <a:spLocks noGrp="1"/>
          </p:cNvSpPr>
          <p:nvPr>
            <p:ph type="title" idx="3" hasCustomPrompt="1"/>
          </p:nvPr>
        </p:nvSpPr>
        <p:spPr>
          <a:xfrm>
            <a:off x="852950" y="1839532"/>
            <a:ext cx="594900" cy="4575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62" name="Google Shape;162;p13"/>
          <p:cNvSpPr txBox="1">
            <a:spLocks noGrp="1"/>
          </p:cNvSpPr>
          <p:nvPr>
            <p:ph type="subTitle" idx="4"/>
          </p:nvPr>
        </p:nvSpPr>
        <p:spPr>
          <a:xfrm>
            <a:off x="1586026" y="1839532"/>
            <a:ext cx="27924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sz="1800" b="1"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63" name="Google Shape;163;p13"/>
          <p:cNvSpPr txBox="1">
            <a:spLocks noGrp="1"/>
          </p:cNvSpPr>
          <p:nvPr>
            <p:ph type="title" idx="5" hasCustomPrompt="1"/>
          </p:nvPr>
        </p:nvSpPr>
        <p:spPr>
          <a:xfrm>
            <a:off x="852950" y="2416242"/>
            <a:ext cx="594900" cy="4575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64" name="Google Shape;164;p13"/>
          <p:cNvSpPr txBox="1">
            <a:spLocks noGrp="1"/>
          </p:cNvSpPr>
          <p:nvPr>
            <p:ph type="subTitle" idx="6"/>
          </p:nvPr>
        </p:nvSpPr>
        <p:spPr>
          <a:xfrm>
            <a:off x="1586026" y="2416242"/>
            <a:ext cx="27924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sz="1800" b="1"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65" name="Google Shape;165;p13"/>
          <p:cNvSpPr txBox="1">
            <a:spLocks noGrp="1"/>
          </p:cNvSpPr>
          <p:nvPr>
            <p:ph type="title" idx="7" hasCustomPrompt="1"/>
          </p:nvPr>
        </p:nvSpPr>
        <p:spPr>
          <a:xfrm>
            <a:off x="852950" y="2992951"/>
            <a:ext cx="594900" cy="4575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66" name="Google Shape;166;p13"/>
          <p:cNvSpPr txBox="1">
            <a:spLocks noGrp="1"/>
          </p:cNvSpPr>
          <p:nvPr>
            <p:ph type="subTitle" idx="8"/>
          </p:nvPr>
        </p:nvSpPr>
        <p:spPr>
          <a:xfrm>
            <a:off x="1586075" y="2992951"/>
            <a:ext cx="27924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sz="1800" b="1"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title" idx="9" hasCustomPrompt="1"/>
          </p:nvPr>
        </p:nvSpPr>
        <p:spPr>
          <a:xfrm>
            <a:off x="852950" y="3569661"/>
            <a:ext cx="594900" cy="4575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68" name="Google Shape;168;p13"/>
          <p:cNvSpPr txBox="1">
            <a:spLocks noGrp="1"/>
          </p:cNvSpPr>
          <p:nvPr>
            <p:ph type="subTitle" idx="13"/>
          </p:nvPr>
        </p:nvSpPr>
        <p:spPr>
          <a:xfrm>
            <a:off x="1586075" y="3569661"/>
            <a:ext cx="27924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sz="1800" b="1"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69" name="Google Shape;169;p13"/>
          <p:cNvSpPr txBox="1">
            <a:spLocks noGrp="1"/>
          </p:cNvSpPr>
          <p:nvPr>
            <p:ph type="title" idx="14" hasCustomPrompt="1"/>
          </p:nvPr>
        </p:nvSpPr>
        <p:spPr>
          <a:xfrm>
            <a:off x="852950" y="4146371"/>
            <a:ext cx="594900" cy="4575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70" name="Google Shape;170;p13"/>
          <p:cNvSpPr txBox="1">
            <a:spLocks noGrp="1"/>
          </p:cNvSpPr>
          <p:nvPr>
            <p:ph type="subTitle" idx="15"/>
          </p:nvPr>
        </p:nvSpPr>
        <p:spPr>
          <a:xfrm>
            <a:off x="1586075" y="4146371"/>
            <a:ext cx="27924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sz="1800" b="1"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grpSp>
        <p:nvGrpSpPr>
          <p:cNvPr id="171" name="Google Shape;171;p13"/>
          <p:cNvGrpSpPr/>
          <p:nvPr/>
        </p:nvGrpSpPr>
        <p:grpSpPr>
          <a:xfrm>
            <a:off x="176575" y="275688"/>
            <a:ext cx="8843198" cy="4676474"/>
            <a:chOff x="176575" y="275688"/>
            <a:chExt cx="8843198" cy="4676474"/>
          </a:xfrm>
        </p:grpSpPr>
        <p:grpSp>
          <p:nvGrpSpPr>
            <p:cNvPr id="172" name="Google Shape;172;p13"/>
            <p:cNvGrpSpPr/>
            <p:nvPr/>
          </p:nvGrpSpPr>
          <p:grpSpPr>
            <a:xfrm rot="-7532021">
              <a:off x="8395491" y="4438534"/>
              <a:ext cx="619320" cy="330936"/>
              <a:chOff x="5031250" y="135875"/>
              <a:chExt cx="619300" cy="330925"/>
            </a:xfrm>
          </p:grpSpPr>
          <p:sp>
            <p:nvSpPr>
              <p:cNvPr id="173" name="Google Shape;173;p13"/>
              <p:cNvSpPr/>
              <p:nvPr/>
            </p:nvSpPr>
            <p:spPr>
              <a:xfrm>
                <a:off x="5031250" y="13587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13"/>
              <p:cNvSpPr/>
              <p:nvPr/>
            </p:nvSpPr>
            <p:spPr>
              <a:xfrm>
                <a:off x="5195653" y="34680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13"/>
              <p:cNvSpPr/>
              <p:nvPr/>
            </p:nvSpPr>
            <p:spPr>
              <a:xfrm>
                <a:off x="5530550" y="346800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6" name="Google Shape;176;p13"/>
            <p:cNvGrpSpPr/>
            <p:nvPr/>
          </p:nvGrpSpPr>
          <p:grpSpPr>
            <a:xfrm>
              <a:off x="176575" y="275688"/>
              <a:ext cx="284403" cy="690563"/>
              <a:chOff x="276425" y="4185388"/>
              <a:chExt cx="284403" cy="690563"/>
            </a:xfrm>
          </p:grpSpPr>
          <p:sp>
            <p:nvSpPr>
              <p:cNvPr id="177" name="Google Shape;177;p13"/>
              <p:cNvSpPr/>
              <p:nvPr/>
            </p:nvSpPr>
            <p:spPr>
              <a:xfrm>
                <a:off x="276425" y="454502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13"/>
              <p:cNvSpPr/>
              <p:nvPr/>
            </p:nvSpPr>
            <p:spPr>
              <a:xfrm>
                <a:off x="440828" y="475595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13"/>
              <p:cNvSpPr/>
              <p:nvPr/>
            </p:nvSpPr>
            <p:spPr>
              <a:xfrm>
                <a:off x="440828" y="4185388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0" name="Google Shape;180;p13"/>
          <p:cNvGrpSpPr/>
          <p:nvPr/>
        </p:nvGrpSpPr>
        <p:grpSpPr>
          <a:xfrm>
            <a:off x="0" y="307163"/>
            <a:ext cx="9141000" cy="4529150"/>
            <a:chOff x="0" y="307163"/>
            <a:chExt cx="9141000" cy="4529150"/>
          </a:xfrm>
        </p:grpSpPr>
        <p:cxnSp>
          <p:nvCxnSpPr>
            <p:cNvPr id="181" name="Google Shape;181;p13"/>
            <p:cNvCxnSpPr/>
            <p:nvPr/>
          </p:nvCxnSpPr>
          <p:spPr>
            <a:xfrm rot="10800000">
              <a:off x="0" y="483631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" name="Google Shape;182;p13"/>
            <p:cNvCxnSpPr/>
            <p:nvPr/>
          </p:nvCxnSpPr>
          <p:spPr>
            <a:xfrm rot="10800000">
              <a:off x="4570500" y="30716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6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85" name="Google Shape;185;p14"/>
          <p:cNvGrpSpPr/>
          <p:nvPr/>
        </p:nvGrpSpPr>
        <p:grpSpPr>
          <a:xfrm>
            <a:off x="201664" y="252339"/>
            <a:ext cx="8700074" cy="4804662"/>
            <a:chOff x="201664" y="252339"/>
            <a:chExt cx="8700074" cy="4804662"/>
          </a:xfrm>
        </p:grpSpPr>
        <p:grpSp>
          <p:nvGrpSpPr>
            <p:cNvPr id="186" name="Google Shape;186;p14"/>
            <p:cNvGrpSpPr/>
            <p:nvPr/>
          </p:nvGrpSpPr>
          <p:grpSpPr>
            <a:xfrm rot="-6063156">
              <a:off x="8370359" y="422495"/>
              <a:ext cx="619267" cy="330908"/>
              <a:chOff x="5031250" y="135875"/>
              <a:chExt cx="619300" cy="330925"/>
            </a:xfrm>
          </p:grpSpPr>
          <p:sp>
            <p:nvSpPr>
              <p:cNvPr id="187" name="Google Shape;187;p14"/>
              <p:cNvSpPr/>
              <p:nvPr/>
            </p:nvSpPr>
            <p:spPr>
              <a:xfrm>
                <a:off x="5031250" y="13587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4"/>
              <p:cNvSpPr/>
              <p:nvPr/>
            </p:nvSpPr>
            <p:spPr>
              <a:xfrm>
                <a:off x="5195653" y="34680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14"/>
              <p:cNvSpPr/>
              <p:nvPr/>
            </p:nvSpPr>
            <p:spPr>
              <a:xfrm>
                <a:off x="5530550" y="346800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0" name="Google Shape;190;p14"/>
            <p:cNvGrpSpPr/>
            <p:nvPr/>
          </p:nvGrpSpPr>
          <p:grpSpPr>
            <a:xfrm rot="-2700000">
              <a:off x="404163" y="4367023"/>
              <a:ext cx="284400" cy="690556"/>
              <a:chOff x="276425" y="4185388"/>
              <a:chExt cx="284403" cy="690563"/>
            </a:xfrm>
          </p:grpSpPr>
          <p:sp>
            <p:nvSpPr>
              <p:cNvPr id="191" name="Google Shape;191;p14"/>
              <p:cNvSpPr/>
              <p:nvPr/>
            </p:nvSpPr>
            <p:spPr>
              <a:xfrm>
                <a:off x="276425" y="454502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4"/>
              <p:cNvSpPr/>
              <p:nvPr/>
            </p:nvSpPr>
            <p:spPr>
              <a:xfrm>
                <a:off x="440828" y="475595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4"/>
              <p:cNvSpPr/>
              <p:nvPr/>
            </p:nvSpPr>
            <p:spPr>
              <a:xfrm>
                <a:off x="440828" y="4185388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4" name="Google Shape;194;p14"/>
          <p:cNvGrpSpPr/>
          <p:nvPr/>
        </p:nvGrpSpPr>
        <p:grpSpPr>
          <a:xfrm>
            <a:off x="0" y="307163"/>
            <a:ext cx="9141000" cy="4529150"/>
            <a:chOff x="0" y="307163"/>
            <a:chExt cx="9141000" cy="4529150"/>
          </a:xfrm>
        </p:grpSpPr>
        <p:cxnSp>
          <p:nvCxnSpPr>
            <p:cNvPr id="195" name="Google Shape;195;p14"/>
            <p:cNvCxnSpPr/>
            <p:nvPr/>
          </p:nvCxnSpPr>
          <p:spPr>
            <a:xfrm>
              <a:off x="0" y="30716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" name="Google Shape;196;p14"/>
            <p:cNvCxnSpPr/>
            <p:nvPr/>
          </p:nvCxnSpPr>
          <p:spPr>
            <a:xfrm>
              <a:off x="4570500" y="483631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subTitle" idx="1"/>
          </p:nvPr>
        </p:nvSpPr>
        <p:spPr>
          <a:xfrm>
            <a:off x="722375" y="2688425"/>
            <a:ext cx="2241900" cy="12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subTitle" idx="2"/>
          </p:nvPr>
        </p:nvSpPr>
        <p:spPr>
          <a:xfrm>
            <a:off x="3451238" y="2688425"/>
            <a:ext cx="2241900" cy="12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ubTitle" idx="3"/>
          </p:nvPr>
        </p:nvSpPr>
        <p:spPr>
          <a:xfrm>
            <a:off x="6180126" y="2688425"/>
            <a:ext cx="2241900" cy="12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16"/>
          <p:cNvSpPr txBox="1">
            <a:spLocks noGrp="1"/>
          </p:cNvSpPr>
          <p:nvPr>
            <p:ph type="subTitle" idx="4"/>
          </p:nvPr>
        </p:nvSpPr>
        <p:spPr>
          <a:xfrm>
            <a:off x="722375" y="2339325"/>
            <a:ext cx="2241900" cy="45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sz="1800" b="1"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18" name="Google Shape;218;p16"/>
          <p:cNvSpPr txBox="1">
            <a:spLocks noGrp="1"/>
          </p:cNvSpPr>
          <p:nvPr>
            <p:ph type="subTitle" idx="5"/>
          </p:nvPr>
        </p:nvSpPr>
        <p:spPr>
          <a:xfrm>
            <a:off x="3451247" y="2339325"/>
            <a:ext cx="2241900" cy="45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sz="1800" b="1"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19" name="Google Shape;219;p16"/>
          <p:cNvSpPr txBox="1">
            <a:spLocks noGrp="1"/>
          </p:cNvSpPr>
          <p:nvPr>
            <p:ph type="subTitle" idx="6"/>
          </p:nvPr>
        </p:nvSpPr>
        <p:spPr>
          <a:xfrm>
            <a:off x="6180122" y="2339325"/>
            <a:ext cx="2241900" cy="45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sz="1800" b="1"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None/>
              <a:defRPr b="1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grpSp>
        <p:nvGrpSpPr>
          <p:cNvPr id="220" name="Google Shape;220;p16"/>
          <p:cNvGrpSpPr/>
          <p:nvPr/>
        </p:nvGrpSpPr>
        <p:grpSpPr>
          <a:xfrm>
            <a:off x="0" y="307163"/>
            <a:ext cx="9141000" cy="4529150"/>
            <a:chOff x="0" y="307163"/>
            <a:chExt cx="9141000" cy="4529150"/>
          </a:xfrm>
        </p:grpSpPr>
        <p:cxnSp>
          <p:nvCxnSpPr>
            <p:cNvPr id="221" name="Google Shape;221;p16"/>
            <p:cNvCxnSpPr/>
            <p:nvPr/>
          </p:nvCxnSpPr>
          <p:spPr>
            <a:xfrm rot="10800000">
              <a:off x="4570500" y="30716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2" name="Google Shape;222;p16"/>
            <p:cNvCxnSpPr/>
            <p:nvPr/>
          </p:nvCxnSpPr>
          <p:spPr>
            <a:xfrm rot="10800000">
              <a:off x="0" y="483631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23" name="Google Shape;223;p16"/>
          <p:cNvGrpSpPr/>
          <p:nvPr/>
        </p:nvGrpSpPr>
        <p:grpSpPr>
          <a:xfrm>
            <a:off x="273135" y="173920"/>
            <a:ext cx="7622917" cy="4923204"/>
            <a:chOff x="273135" y="173920"/>
            <a:chExt cx="7622917" cy="4923204"/>
          </a:xfrm>
        </p:grpSpPr>
        <p:grpSp>
          <p:nvGrpSpPr>
            <p:cNvPr id="224" name="Google Shape;224;p16"/>
            <p:cNvGrpSpPr/>
            <p:nvPr/>
          </p:nvGrpSpPr>
          <p:grpSpPr>
            <a:xfrm rot="2048007">
              <a:off x="442377" y="194231"/>
              <a:ext cx="284392" cy="690535"/>
              <a:chOff x="276425" y="4185388"/>
              <a:chExt cx="284403" cy="690563"/>
            </a:xfrm>
          </p:grpSpPr>
          <p:sp>
            <p:nvSpPr>
              <p:cNvPr id="225" name="Google Shape;225;p16"/>
              <p:cNvSpPr/>
              <p:nvPr/>
            </p:nvSpPr>
            <p:spPr>
              <a:xfrm>
                <a:off x="276425" y="454502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6"/>
              <p:cNvSpPr/>
              <p:nvPr/>
            </p:nvSpPr>
            <p:spPr>
              <a:xfrm>
                <a:off x="440828" y="475595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6"/>
              <p:cNvSpPr/>
              <p:nvPr/>
            </p:nvSpPr>
            <p:spPr>
              <a:xfrm>
                <a:off x="440828" y="4185388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6"/>
            <p:cNvGrpSpPr/>
            <p:nvPr/>
          </p:nvGrpSpPr>
          <p:grpSpPr>
            <a:xfrm rot="-1724611">
              <a:off x="7235323" y="4637670"/>
              <a:ext cx="619313" cy="330932"/>
              <a:chOff x="5031250" y="135875"/>
              <a:chExt cx="619300" cy="330925"/>
            </a:xfrm>
          </p:grpSpPr>
          <p:sp>
            <p:nvSpPr>
              <p:cNvPr id="229" name="Google Shape;229;p16"/>
              <p:cNvSpPr/>
              <p:nvPr/>
            </p:nvSpPr>
            <p:spPr>
              <a:xfrm>
                <a:off x="5031250" y="13587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6"/>
              <p:cNvSpPr/>
              <p:nvPr/>
            </p:nvSpPr>
            <p:spPr>
              <a:xfrm>
                <a:off x="5195653" y="34680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6"/>
              <p:cNvSpPr/>
              <p:nvPr/>
            </p:nvSpPr>
            <p:spPr>
              <a:xfrm>
                <a:off x="5530550" y="346800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5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9"/>
          <p:cNvSpPr txBox="1">
            <a:spLocks noGrp="1"/>
          </p:cNvSpPr>
          <p:nvPr>
            <p:ph type="subTitle" idx="1"/>
          </p:nvPr>
        </p:nvSpPr>
        <p:spPr>
          <a:xfrm>
            <a:off x="4562850" y="1250963"/>
            <a:ext cx="36888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19"/>
          <p:cNvSpPr txBox="1">
            <a:spLocks noGrp="1"/>
          </p:cNvSpPr>
          <p:nvPr>
            <p:ph type="title" hasCustomPrompt="1"/>
          </p:nvPr>
        </p:nvSpPr>
        <p:spPr>
          <a:xfrm>
            <a:off x="4563058" y="732838"/>
            <a:ext cx="3688800" cy="59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1" name="Google Shape;281;p19"/>
          <p:cNvSpPr txBox="1">
            <a:spLocks noGrp="1"/>
          </p:cNvSpPr>
          <p:nvPr>
            <p:ph type="subTitle" idx="2"/>
          </p:nvPr>
        </p:nvSpPr>
        <p:spPr>
          <a:xfrm>
            <a:off x="4562850" y="2650963"/>
            <a:ext cx="36888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19"/>
          <p:cNvSpPr txBox="1">
            <a:spLocks noGrp="1"/>
          </p:cNvSpPr>
          <p:nvPr>
            <p:ph type="title" idx="3" hasCustomPrompt="1"/>
          </p:nvPr>
        </p:nvSpPr>
        <p:spPr>
          <a:xfrm>
            <a:off x="4563058" y="2132850"/>
            <a:ext cx="3688800" cy="59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3" name="Google Shape;283;p19"/>
          <p:cNvSpPr txBox="1">
            <a:spLocks noGrp="1"/>
          </p:cNvSpPr>
          <p:nvPr>
            <p:ph type="subTitle" idx="4"/>
          </p:nvPr>
        </p:nvSpPr>
        <p:spPr>
          <a:xfrm>
            <a:off x="4562850" y="4050963"/>
            <a:ext cx="36888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19"/>
          <p:cNvSpPr txBox="1">
            <a:spLocks noGrp="1"/>
          </p:cNvSpPr>
          <p:nvPr>
            <p:ph type="title" idx="5" hasCustomPrompt="1"/>
          </p:nvPr>
        </p:nvSpPr>
        <p:spPr>
          <a:xfrm>
            <a:off x="4563058" y="3532863"/>
            <a:ext cx="3688800" cy="59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285" name="Google Shape;285;p19"/>
          <p:cNvGrpSpPr/>
          <p:nvPr/>
        </p:nvGrpSpPr>
        <p:grpSpPr>
          <a:xfrm>
            <a:off x="201664" y="252339"/>
            <a:ext cx="8700074" cy="4804662"/>
            <a:chOff x="201664" y="252339"/>
            <a:chExt cx="8700074" cy="4804662"/>
          </a:xfrm>
        </p:grpSpPr>
        <p:grpSp>
          <p:nvGrpSpPr>
            <p:cNvPr id="286" name="Google Shape;286;p19"/>
            <p:cNvGrpSpPr/>
            <p:nvPr/>
          </p:nvGrpSpPr>
          <p:grpSpPr>
            <a:xfrm rot="-6063156">
              <a:off x="8370359" y="422495"/>
              <a:ext cx="619267" cy="330908"/>
              <a:chOff x="5031250" y="135875"/>
              <a:chExt cx="619300" cy="330925"/>
            </a:xfrm>
          </p:grpSpPr>
          <p:sp>
            <p:nvSpPr>
              <p:cNvPr id="287" name="Google Shape;287;p19"/>
              <p:cNvSpPr/>
              <p:nvPr/>
            </p:nvSpPr>
            <p:spPr>
              <a:xfrm>
                <a:off x="5031250" y="13587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19"/>
              <p:cNvSpPr/>
              <p:nvPr/>
            </p:nvSpPr>
            <p:spPr>
              <a:xfrm>
                <a:off x="5195653" y="34680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19"/>
              <p:cNvSpPr/>
              <p:nvPr/>
            </p:nvSpPr>
            <p:spPr>
              <a:xfrm>
                <a:off x="5530550" y="346800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0" name="Google Shape;290;p19"/>
            <p:cNvGrpSpPr/>
            <p:nvPr/>
          </p:nvGrpSpPr>
          <p:grpSpPr>
            <a:xfrm rot="-2700000">
              <a:off x="404163" y="4367023"/>
              <a:ext cx="284400" cy="690556"/>
              <a:chOff x="276425" y="4185388"/>
              <a:chExt cx="284403" cy="690563"/>
            </a:xfrm>
          </p:grpSpPr>
          <p:sp>
            <p:nvSpPr>
              <p:cNvPr id="291" name="Google Shape;291;p19"/>
              <p:cNvSpPr/>
              <p:nvPr/>
            </p:nvSpPr>
            <p:spPr>
              <a:xfrm>
                <a:off x="276425" y="4545025"/>
                <a:ext cx="120000" cy="1200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19"/>
              <p:cNvSpPr/>
              <p:nvPr/>
            </p:nvSpPr>
            <p:spPr>
              <a:xfrm>
                <a:off x="440828" y="4755950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19"/>
              <p:cNvSpPr/>
              <p:nvPr/>
            </p:nvSpPr>
            <p:spPr>
              <a:xfrm>
                <a:off x="440828" y="4185388"/>
                <a:ext cx="120000" cy="120000"/>
              </a:xfrm>
              <a:prstGeom prst="mathPlus">
                <a:avLst>
                  <a:gd name="adj1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4" name="Google Shape;294;p19"/>
          <p:cNvGrpSpPr/>
          <p:nvPr/>
        </p:nvGrpSpPr>
        <p:grpSpPr>
          <a:xfrm>
            <a:off x="0" y="307163"/>
            <a:ext cx="9141000" cy="4529150"/>
            <a:chOff x="0" y="307163"/>
            <a:chExt cx="9141000" cy="4529150"/>
          </a:xfrm>
        </p:grpSpPr>
        <p:cxnSp>
          <p:nvCxnSpPr>
            <p:cNvPr id="295" name="Google Shape;295;p19"/>
            <p:cNvCxnSpPr/>
            <p:nvPr/>
          </p:nvCxnSpPr>
          <p:spPr>
            <a:xfrm>
              <a:off x="0" y="30716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6" name="Google Shape;296;p19"/>
            <p:cNvCxnSpPr/>
            <p:nvPr/>
          </p:nvCxnSpPr>
          <p:spPr>
            <a:xfrm>
              <a:off x="4570500" y="483631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_1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21"/>
          <p:cNvGrpSpPr/>
          <p:nvPr/>
        </p:nvGrpSpPr>
        <p:grpSpPr>
          <a:xfrm rot="-6063156">
            <a:off x="8370359" y="422495"/>
            <a:ext cx="619267" cy="330908"/>
            <a:chOff x="5031250" y="135875"/>
            <a:chExt cx="619300" cy="330925"/>
          </a:xfrm>
        </p:grpSpPr>
        <p:sp>
          <p:nvSpPr>
            <p:cNvPr id="315" name="Google Shape;315;p21"/>
            <p:cNvSpPr/>
            <p:nvPr/>
          </p:nvSpPr>
          <p:spPr>
            <a:xfrm>
              <a:off x="5031250" y="135875"/>
              <a:ext cx="120000" cy="120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1"/>
            <p:cNvSpPr/>
            <p:nvPr/>
          </p:nvSpPr>
          <p:spPr>
            <a:xfrm>
              <a:off x="5195653" y="346800"/>
              <a:ext cx="120000" cy="1200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1"/>
            <p:cNvSpPr/>
            <p:nvPr/>
          </p:nvSpPr>
          <p:spPr>
            <a:xfrm>
              <a:off x="5530550" y="346800"/>
              <a:ext cx="120000" cy="120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8" name="Google Shape;318;p21"/>
          <p:cNvGrpSpPr/>
          <p:nvPr/>
        </p:nvGrpSpPr>
        <p:grpSpPr>
          <a:xfrm rot="-2700000">
            <a:off x="404163" y="4367023"/>
            <a:ext cx="284400" cy="690556"/>
            <a:chOff x="276425" y="4185388"/>
            <a:chExt cx="284403" cy="690563"/>
          </a:xfrm>
        </p:grpSpPr>
        <p:sp>
          <p:nvSpPr>
            <p:cNvPr id="319" name="Google Shape;319;p21"/>
            <p:cNvSpPr/>
            <p:nvPr/>
          </p:nvSpPr>
          <p:spPr>
            <a:xfrm>
              <a:off x="276425" y="4545025"/>
              <a:ext cx="120000" cy="120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1"/>
            <p:cNvSpPr/>
            <p:nvPr/>
          </p:nvSpPr>
          <p:spPr>
            <a:xfrm>
              <a:off x="440828" y="4755950"/>
              <a:ext cx="120000" cy="1200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1"/>
            <p:cNvSpPr/>
            <p:nvPr/>
          </p:nvSpPr>
          <p:spPr>
            <a:xfrm>
              <a:off x="440828" y="4185388"/>
              <a:ext cx="120000" cy="1200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2" name="Google Shape;322;p21"/>
          <p:cNvGrpSpPr/>
          <p:nvPr/>
        </p:nvGrpSpPr>
        <p:grpSpPr>
          <a:xfrm>
            <a:off x="0" y="307163"/>
            <a:ext cx="9141000" cy="4529150"/>
            <a:chOff x="0" y="307163"/>
            <a:chExt cx="9141000" cy="4529150"/>
          </a:xfrm>
        </p:grpSpPr>
        <p:cxnSp>
          <p:nvCxnSpPr>
            <p:cNvPr id="323" name="Google Shape;323;p21"/>
            <p:cNvCxnSpPr/>
            <p:nvPr/>
          </p:nvCxnSpPr>
          <p:spPr>
            <a:xfrm>
              <a:off x="0" y="30716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4" name="Google Shape;324;p21"/>
            <p:cNvCxnSpPr/>
            <p:nvPr/>
          </p:nvCxnSpPr>
          <p:spPr>
            <a:xfrm>
              <a:off x="4570500" y="483631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25" name="Google Shape;325;p21"/>
          <p:cNvGrpSpPr/>
          <p:nvPr/>
        </p:nvGrpSpPr>
        <p:grpSpPr>
          <a:xfrm>
            <a:off x="7399488" y="128932"/>
            <a:ext cx="794694" cy="794618"/>
            <a:chOff x="276382" y="1174752"/>
            <a:chExt cx="895027" cy="894940"/>
          </a:xfrm>
        </p:grpSpPr>
        <p:grpSp>
          <p:nvGrpSpPr>
            <p:cNvPr id="326" name="Google Shape;326;p21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327" name="Google Shape;327;p21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21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29" name="Google Shape;329;p21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30" name="Google Shape;330;p21"/>
          <p:cNvGrpSpPr/>
          <p:nvPr/>
        </p:nvGrpSpPr>
        <p:grpSpPr>
          <a:xfrm>
            <a:off x="129253" y="3079528"/>
            <a:ext cx="834200" cy="794609"/>
            <a:chOff x="5694450" y="929325"/>
            <a:chExt cx="607000" cy="578150"/>
          </a:xfrm>
        </p:grpSpPr>
        <p:sp>
          <p:nvSpPr>
            <p:cNvPr id="331" name="Google Shape;331;p21"/>
            <p:cNvSpPr/>
            <p:nvPr/>
          </p:nvSpPr>
          <p:spPr>
            <a:xfrm>
              <a:off x="5694450" y="929325"/>
              <a:ext cx="607000" cy="354825"/>
            </a:xfrm>
            <a:custGeom>
              <a:avLst/>
              <a:gdLst/>
              <a:ahLst/>
              <a:cxnLst/>
              <a:rect l="l" t="t" r="r" b="b"/>
              <a:pathLst>
                <a:path w="24280" h="14193" extrusionOk="0">
                  <a:moveTo>
                    <a:pt x="11171" y="0"/>
                  </a:moveTo>
                  <a:cubicBezTo>
                    <a:pt x="8128" y="0"/>
                    <a:pt x="5661" y="2457"/>
                    <a:pt x="5642" y="5491"/>
                  </a:cubicBezTo>
                  <a:cubicBezTo>
                    <a:pt x="5255" y="5387"/>
                    <a:pt x="4858" y="5321"/>
                    <a:pt x="4442" y="5321"/>
                  </a:cubicBezTo>
                  <a:cubicBezTo>
                    <a:pt x="1985" y="5321"/>
                    <a:pt x="0" y="7305"/>
                    <a:pt x="0" y="9763"/>
                  </a:cubicBezTo>
                  <a:cubicBezTo>
                    <a:pt x="0" y="12210"/>
                    <a:pt x="1853" y="14053"/>
                    <a:pt x="4178" y="14185"/>
                  </a:cubicBezTo>
                  <a:cubicBezTo>
                    <a:pt x="4220" y="14190"/>
                    <a:pt x="8376" y="14193"/>
                    <a:pt x="12532" y="14193"/>
                  </a:cubicBezTo>
                  <a:cubicBezTo>
                    <a:pt x="16688" y="14193"/>
                    <a:pt x="20844" y="14190"/>
                    <a:pt x="20886" y="14185"/>
                  </a:cubicBezTo>
                  <a:lnTo>
                    <a:pt x="20990" y="14185"/>
                  </a:lnTo>
                  <a:lnTo>
                    <a:pt x="20990" y="14176"/>
                  </a:lnTo>
                  <a:cubicBezTo>
                    <a:pt x="22833" y="13996"/>
                    <a:pt x="24279" y="12437"/>
                    <a:pt x="24279" y="10547"/>
                  </a:cubicBezTo>
                  <a:cubicBezTo>
                    <a:pt x="24279" y="8865"/>
                    <a:pt x="23145" y="7457"/>
                    <a:pt x="21614" y="7031"/>
                  </a:cubicBezTo>
                  <a:cubicBezTo>
                    <a:pt x="21614" y="6994"/>
                    <a:pt x="21614" y="6965"/>
                    <a:pt x="21614" y="6937"/>
                  </a:cubicBezTo>
                  <a:cubicBezTo>
                    <a:pt x="21614" y="4924"/>
                    <a:pt x="19979" y="3289"/>
                    <a:pt x="17957" y="3289"/>
                  </a:cubicBezTo>
                  <a:cubicBezTo>
                    <a:pt x="17390" y="3289"/>
                    <a:pt x="16860" y="3421"/>
                    <a:pt x="16378" y="3648"/>
                  </a:cubicBezTo>
                  <a:cubicBezTo>
                    <a:pt x="15613" y="1522"/>
                    <a:pt x="13572" y="0"/>
                    <a:pt x="1117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1"/>
            <p:cNvSpPr/>
            <p:nvPr/>
          </p:nvSpPr>
          <p:spPr>
            <a:xfrm>
              <a:off x="5862675" y="1216625"/>
              <a:ext cx="199675" cy="290850"/>
            </a:xfrm>
            <a:custGeom>
              <a:avLst/>
              <a:gdLst/>
              <a:ahLst/>
              <a:cxnLst/>
              <a:rect l="l" t="t" r="r" b="b"/>
              <a:pathLst>
                <a:path w="7987" h="11634" extrusionOk="0">
                  <a:moveTo>
                    <a:pt x="2552" y="0"/>
                  </a:moveTo>
                  <a:lnTo>
                    <a:pt x="2552" y="6398"/>
                  </a:lnTo>
                  <a:lnTo>
                    <a:pt x="0" y="6398"/>
                  </a:lnTo>
                  <a:lnTo>
                    <a:pt x="1994" y="9016"/>
                  </a:lnTo>
                  <a:lnTo>
                    <a:pt x="3998" y="11634"/>
                  </a:lnTo>
                  <a:lnTo>
                    <a:pt x="5992" y="9016"/>
                  </a:lnTo>
                  <a:lnTo>
                    <a:pt x="7986" y="6398"/>
                  </a:lnTo>
                  <a:lnTo>
                    <a:pt x="5434" y="6398"/>
                  </a:lnTo>
                  <a:lnTo>
                    <a:pt x="5434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1"/>
            <p:cNvSpPr/>
            <p:nvPr/>
          </p:nvSpPr>
          <p:spPr>
            <a:xfrm>
              <a:off x="5933325" y="1085250"/>
              <a:ext cx="199900" cy="290875"/>
            </a:xfrm>
            <a:custGeom>
              <a:avLst/>
              <a:gdLst/>
              <a:ahLst/>
              <a:cxnLst/>
              <a:rect l="l" t="t" r="r" b="b"/>
              <a:pathLst>
                <a:path w="7996" h="11635" extrusionOk="0">
                  <a:moveTo>
                    <a:pt x="3998" y="0"/>
                  </a:moveTo>
                  <a:lnTo>
                    <a:pt x="2004" y="2618"/>
                  </a:lnTo>
                  <a:lnTo>
                    <a:pt x="0" y="5236"/>
                  </a:lnTo>
                  <a:lnTo>
                    <a:pt x="2561" y="5236"/>
                  </a:lnTo>
                  <a:lnTo>
                    <a:pt x="2561" y="11634"/>
                  </a:lnTo>
                  <a:lnTo>
                    <a:pt x="5434" y="11634"/>
                  </a:lnTo>
                  <a:lnTo>
                    <a:pt x="5434" y="5236"/>
                  </a:lnTo>
                  <a:lnTo>
                    <a:pt x="7995" y="5236"/>
                  </a:lnTo>
                  <a:lnTo>
                    <a:pt x="5992" y="2618"/>
                  </a:lnTo>
                  <a:lnTo>
                    <a:pt x="3998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7_1_1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Google Shape;335;p22"/>
          <p:cNvGrpSpPr/>
          <p:nvPr/>
        </p:nvGrpSpPr>
        <p:grpSpPr>
          <a:xfrm>
            <a:off x="0" y="307163"/>
            <a:ext cx="9141000" cy="4529150"/>
            <a:chOff x="0" y="307163"/>
            <a:chExt cx="9141000" cy="4529150"/>
          </a:xfrm>
        </p:grpSpPr>
        <p:cxnSp>
          <p:nvCxnSpPr>
            <p:cNvPr id="336" name="Google Shape;336;p22"/>
            <p:cNvCxnSpPr/>
            <p:nvPr/>
          </p:nvCxnSpPr>
          <p:spPr>
            <a:xfrm rot="10800000">
              <a:off x="4570500" y="30716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7" name="Google Shape;337;p22"/>
            <p:cNvCxnSpPr/>
            <p:nvPr/>
          </p:nvCxnSpPr>
          <p:spPr>
            <a:xfrm rot="10800000">
              <a:off x="0" y="4836313"/>
              <a:ext cx="4570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38" name="Google Shape;338;p22"/>
          <p:cNvGrpSpPr/>
          <p:nvPr/>
        </p:nvGrpSpPr>
        <p:grpSpPr>
          <a:xfrm rot="-7078930">
            <a:off x="14371" y="492790"/>
            <a:ext cx="619304" cy="330927"/>
            <a:chOff x="5031250" y="135875"/>
            <a:chExt cx="619300" cy="330925"/>
          </a:xfrm>
        </p:grpSpPr>
        <p:sp>
          <p:nvSpPr>
            <p:cNvPr id="339" name="Google Shape;339;p22"/>
            <p:cNvSpPr/>
            <p:nvPr/>
          </p:nvSpPr>
          <p:spPr>
            <a:xfrm>
              <a:off x="5031250" y="135875"/>
              <a:ext cx="120000" cy="120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2"/>
            <p:cNvSpPr/>
            <p:nvPr/>
          </p:nvSpPr>
          <p:spPr>
            <a:xfrm>
              <a:off x="5195653" y="346800"/>
              <a:ext cx="120000" cy="1200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2"/>
            <p:cNvSpPr/>
            <p:nvPr/>
          </p:nvSpPr>
          <p:spPr>
            <a:xfrm>
              <a:off x="5530550" y="346800"/>
              <a:ext cx="120000" cy="120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2" name="Google Shape;342;p22"/>
          <p:cNvGrpSpPr/>
          <p:nvPr/>
        </p:nvGrpSpPr>
        <p:grpSpPr>
          <a:xfrm rot="9796004">
            <a:off x="8647557" y="2986565"/>
            <a:ext cx="284387" cy="690523"/>
            <a:chOff x="276425" y="4185388"/>
            <a:chExt cx="284403" cy="690563"/>
          </a:xfrm>
        </p:grpSpPr>
        <p:sp>
          <p:nvSpPr>
            <p:cNvPr id="343" name="Google Shape;343;p22"/>
            <p:cNvSpPr/>
            <p:nvPr/>
          </p:nvSpPr>
          <p:spPr>
            <a:xfrm>
              <a:off x="276425" y="4545025"/>
              <a:ext cx="120000" cy="120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2"/>
            <p:cNvSpPr/>
            <p:nvPr/>
          </p:nvSpPr>
          <p:spPr>
            <a:xfrm>
              <a:off x="440828" y="4755950"/>
              <a:ext cx="120000" cy="1200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2"/>
            <p:cNvSpPr/>
            <p:nvPr/>
          </p:nvSpPr>
          <p:spPr>
            <a:xfrm>
              <a:off x="440828" y="4185388"/>
              <a:ext cx="120000" cy="1200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6" name="Google Shape;346;p22"/>
          <p:cNvGrpSpPr/>
          <p:nvPr/>
        </p:nvGrpSpPr>
        <p:grpSpPr>
          <a:xfrm>
            <a:off x="1070645" y="248146"/>
            <a:ext cx="869658" cy="820223"/>
            <a:chOff x="283800" y="1696800"/>
            <a:chExt cx="1158000" cy="1092175"/>
          </a:xfrm>
        </p:grpSpPr>
        <p:sp>
          <p:nvSpPr>
            <p:cNvPr id="347" name="Google Shape;347;p22"/>
            <p:cNvSpPr/>
            <p:nvPr/>
          </p:nvSpPr>
          <p:spPr>
            <a:xfrm>
              <a:off x="283800" y="1799275"/>
              <a:ext cx="1158000" cy="989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2"/>
            <p:cNvSpPr/>
            <p:nvPr/>
          </p:nvSpPr>
          <p:spPr>
            <a:xfrm>
              <a:off x="424775" y="1696800"/>
              <a:ext cx="46200" cy="158700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2"/>
            <p:cNvSpPr/>
            <p:nvPr/>
          </p:nvSpPr>
          <p:spPr>
            <a:xfrm>
              <a:off x="1254627" y="1696800"/>
              <a:ext cx="46200" cy="158700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2"/>
            <p:cNvSpPr/>
            <p:nvPr/>
          </p:nvSpPr>
          <p:spPr>
            <a:xfrm>
              <a:off x="1101901" y="1937513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2"/>
            <p:cNvSpPr/>
            <p:nvPr/>
          </p:nvSpPr>
          <p:spPr>
            <a:xfrm>
              <a:off x="1255353" y="1937513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2"/>
            <p:cNvSpPr/>
            <p:nvPr/>
          </p:nvSpPr>
          <p:spPr>
            <a:xfrm>
              <a:off x="334638" y="2107138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2"/>
            <p:cNvSpPr/>
            <p:nvPr/>
          </p:nvSpPr>
          <p:spPr>
            <a:xfrm>
              <a:off x="488090" y="2107138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2"/>
            <p:cNvSpPr/>
            <p:nvPr/>
          </p:nvSpPr>
          <p:spPr>
            <a:xfrm>
              <a:off x="641543" y="2107138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2"/>
            <p:cNvSpPr/>
            <p:nvPr/>
          </p:nvSpPr>
          <p:spPr>
            <a:xfrm>
              <a:off x="794995" y="2107138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2"/>
            <p:cNvSpPr/>
            <p:nvPr/>
          </p:nvSpPr>
          <p:spPr>
            <a:xfrm>
              <a:off x="948448" y="2107138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2"/>
            <p:cNvSpPr/>
            <p:nvPr/>
          </p:nvSpPr>
          <p:spPr>
            <a:xfrm>
              <a:off x="1101901" y="2107138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2"/>
            <p:cNvSpPr/>
            <p:nvPr/>
          </p:nvSpPr>
          <p:spPr>
            <a:xfrm>
              <a:off x="1255353" y="2107138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2"/>
            <p:cNvSpPr/>
            <p:nvPr/>
          </p:nvSpPr>
          <p:spPr>
            <a:xfrm>
              <a:off x="334638" y="2273163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2"/>
            <p:cNvSpPr/>
            <p:nvPr/>
          </p:nvSpPr>
          <p:spPr>
            <a:xfrm>
              <a:off x="488090" y="2273163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2"/>
            <p:cNvSpPr/>
            <p:nvPr/>
          </p:nvSpPr>
          <p:spPr>
            <a:xfrm>
              <a:off x="641543" y="2273163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2"/>
            <p:cNvSpPr/>
            <p:nvPr/>
          </p:nvSpPr>
          <p:spPr>
            <a:xfrm>
              <a:off x="794995" y="2273163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2"/>
            <p:cNvSpPr/>
            <p:nvPr/>
          </p:nvSpPr>
          <p:spPr>
            <a:xfrm>
              <a:off x="948448" y="2273163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2"/>
            <p:cNvSpPr/>
            <p:nvPr/>
          </p:nvSpPr>
          <p:spPr>
            <a:xfrm>
              <a:off x="1101901" y="2273163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2"/>
            <p:cNvSpPr/>
            <p:nvPr/>
          </p:nvSpPr>
          <p:spPr>
            <a:xfrm>
              <a:off x="1255353" y="2273163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2"/>
            <p:cNvSpPr/>
            <p:nvPr/>
          </p:nvSpPr>
          <p:spPr>
            <a:xfrm>
              <a:off x="334638" y="2439200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2"/>
            <p:cNvSpPr/>
            <p:nvPr/>
          </p:nvSpPr>
          <p:spPr>
            <a:xfrm>
              <a:off x="488090" y="2439200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2"/>
            <p:cNvSpPr/>
            <p:nvPr/>
          </p:nvSpPr>
          <p:spPr>
            <a:xfrm>
              <a:off x="641543" y="2439200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2"/>
            <p:cNvSpPr/>
            <p:nvPr/>
          </p:nvSpPr>
          <p:spPr>
            <a:xfrm>
              <a:off x="794995" y="2439200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948448" y="2439200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1101901" y="2439200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1255353" y="2439200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2"/>
            <p:cNvSpPr/>
            <p:nvPr/>
          </p:nvSpPr>
          <p:spPr>
            <a:xfrm>
              <a:off x="334638" y="2601650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2"/>
            <p:cNvSpPr/>
            <p:nvPr/>
          </p:nvSpPr>
          <p:spPr>
            <a:xfrm>
              <a:off x="488090" y="2601650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2"/>
            <p:cNvSpPr/>
            <p:nvPr/>
          </p:nvSpPr>
          <p:spPr>
            <a:xfrm>
              <a:off x="641543" y="2601650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2"/>
            <p:cNvSpPr/>
            <p:nvPr/>
          </p:nvSpPr>
          <p:spPr>
            <a:xfrm>
              <a:off x="794995" y="2601650"/>
              <a:ext cx="135600" cy="1356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2"/>
            <p:cNvSpPr/>
            <p:nvPr/>
          </p:nvSpPr>
          <p:spPr>
            <a:xfrm rot="-8100000">
              <a:off x="1143617" y="1955656"/>
              <a:ext cx="52184" cy="71276"/>
            </a:xfrm>
            <a:prstGeom prst="halfFrame">
              <a:avLst>
                <a:gd name="adj1" fmla="val 0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2"/>
            <p:cNvSpPr/>
            <p:nvPr/>
          </p:nvSpPr>
          <p:spPr>
            <a:xfrm rot="-8100000">
              <a:off x="1297067" y="1955656"/>
              <a:ext cx="52184" cy="71276"/>
            </a:xfrm>
            <a:prstGeom prst="halfFrame">
              <a:avLst>
                <a:gd name="adj1" fmla="val 0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2"/>
            <p:cNvSpPr/>
            <p:nvPr/>
          </p:nvSpPr>
          <p:spPr>
            <a:xfrm rot="-8100000">
              <a:off x="1143617" y="2137506"/>
              <a:ext cx="52184" cy="71276"/>
            </a:xfrm>
            <a:prstGeom prst="halfFrame">
              <a:avLst>
                <a:gd name="adj1" fmla="val 0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2"/>
            <p:cNvSpPr/>
            <p:nvPr/>
          </p:nvSpPr>
          <p:spPr>
            <a:xfrm rot="-8100000">
              <a:off x="1297067" y="2137506"/>
              <a:ext cx="52184" cy="71276"/>
            </a:xfrm>
            <a:prstGeom prst="halfFrame">
              <a:avLst>
                <a:gd name="adj1" fmla="val 0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2"/>
            <p:cNvSpPr/>
            <p:nvPr/>
          </p:nvSpPr>
          <p:spPr>
            <a:xfrm rot="-8100000">
              <a:off x="836717" y="2137506"/>
              <a:ext cx="52184" cy="71276"/>
            </a:xfrm>
            <a:prstGeom prst="halfFrame">
              <a:avLst>
                <a:gd name="adj1" fmla="val 0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2"/>
            <p:cNvSpPr/>
            <p:nvPr/>
          </p:nvSpPr>
          <p:spPr>
            <a:xfrm rot="-8100000">
              <a:off x="990167" y="2137506"/>
              <a:ext cx="52184" cy="71276"/>
            </a:xfrm>
            <a:prstGeom prst="halfFrame">
              <a:avLst>
                <a:gd name="adj1" fmla="val 0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2"/>
            <p:cNvSpPr/>
            <p:nvPr/>
          </p:nvSpPr>
          <p:spPr>
            <a:xfrm rot="-8100000">
              <a:off x="529817" y="2137506"/>
              <a:ext cx="52184" cy="71276"/>
            </a:xfrm>
            <a:prstGeom prst="halfFrame">
              <a:avLst>
                <a:gd name="adj1" fmla="val 0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2"/>
            <p:cNvSpPr/>
            <p:nvPr/>
          </p:nvSpPr>
          <p:spPr>
            <a:xfrm rot="-8100000">
              <a:off x="683267" y="2137506"/>
              <a:ext cx="52184" cy="71276"/>
            </a:xfrm>
            <a:prstGeom prst="halfFrame">
              <a:avLst>
                <a:gd name="adj1" fmla="val 0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2"/>
            <p:cNvSpPr/>
            <p:nvPr/>
          </p:nvSpPr>
          <p:spPr>
            <a:xfrm rot="-8100000">
              <a:off x="376367" y="2137506"/>
              <a:ext cx="52184" cy="71276"/>
            </a:xfrm>
            <a:prstGeom prst="halfFrame">
              <a:avLst>
                <a:gd name="adj1" fmla="val 0"/>
                <a:gd name="adj2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6" name="Google Shape;386;p22"/>
          <p:cNvGrpSpPr/>
          <p:nvPr/>
        </p:nvGrpSpPr>
        <p:grpSpPr>
          <a:xfrm>
            <a:off x="7753797" y="4204390"/>
            <a:ext cx="519461" cy="799222"/>
            <a:chOff x="3334313" y="1341356"/>
            <a:chExt cx="798434" cy="1228438"/>
          </a:xfrm>
        </p:grpSpPr>
        <p:sp>
          <p:nvSpPr>
            <p:cNvPr id="387" name="Google Shape;387;p22"/>
            <p:cNvSpPr/>
            <p:nvPr/>
          </p:nvSpPr>
          <p:spPr>
            <a:xfrm>
              <a:off x="3334313" y="1341356"/>
              <a:ext cx="798434" cy="999971"/>
            </a:xfrm>
            <a:custGeom>
              <a:avLst/>
              <a:gdLst/>
              <a:ahLst/>
              <a:cxnLst/>
              <a:rect l="l" t="t" r="r" b="b"/>
              <a:pathLst>
                <a:path w="16152" h="20228" extrusionOk="0">
                  <a:moveTo>
                    <a:pt x="8144" y="1"/>
                  </a:moveTo>
                  <a:cubicBezTo>
                    <a:pt x="8069" y="1"/>
                    <a:pt x="7995" y="2"/>
                    <a:pt x="7920" y="4"/>
                  </a:cubicBezTo>
                  <a:cubicBezTo>
                    <a:pt x="3791" y="117"/>
                    <a:pt x="379" y="3444"/>
                    <a:pt x="152" y="7564"/>
                  </a:cubicBezTo>
                  <a:cubicBezTo>
                    <a:pt x="1" y="10305"/>
                    <a:pt x="1239" y="12762"/>
                    <a:pt x="3214" y="14312"/>
                  </a:cubicBezTo>
                  <a:cubicBezTo>
                    <a:pt x="3791" y="14765"/>
                    <a:pt x="4291" y="15323"/>
                    <a:pt x="4641" y="15966"/>
                  </a:cubicBezTo>
                  <a:cubicBezTo>
                    <a:pt x="4991" y="16589"/>
                    <a:pt x="5274" y="17393"/>
                    <a:pt x="5340" y="18357"/>
                  </a:cubicBezTo>
                  <a:lnTo>
                    <a:pt x="5340" y="20228"/>
                  </a:lnTo>
                  <a:lnTo>
                    <a:pt x="10945" y="20228"/>
                  </a:lnTo>
                  <a:lnTo>
                    <a:pt x="10954" y="18347"/>
                  </a:lnTo>
                  <a:cubicBezTo>
                    <a:pt x="11020" y="17383"/>
                    <a:pt x="11304" y="16599"/>
                    <a:pt x="11644" y="15966"/>
                  </a:cubicBezTo>
                  <a:cubicBezTo>
                    <a:pt x="12003" y="15314"/>
                    <a:pt x="12513" y="14756"/>
                    <a:pt x="13099" y="14293"/>
                  </a:cubicBezTo>
                  <a:cubicBezTo>
                    <a:pt x="14961" y="12828"/>
                    <a:pt x="16152" y="10560"/>
                    <a:pt x="16152" y="8008"/>
                  </a:cubicBezTo>
                  <a:cubicBezTo>
                    <a:pt x="16152" y="3584"/>
                    <a:pt x="12568" y="1"/>
                    <a:pt x="8144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2"/>
            <p:cNvSpPr/>
            <p:nvPr/>
          </p:nvSpPr>
          <p:spPr>
            <a:xfrm>
              <a:off x="3625368" y="2491686"/>
              <a:ext cx="222891" cy="78107"/>
            </a:xfrm>
            <a:custGeom>
              <a:avLst/>
              <a:gdLst/>
              <a:ahLst/>
              <a:cxnLst/>
              <a:rect l="l" t="t" r="r" b="b"/>
              <a:pathLst>
                <a:path w="4509" h="1580" extrusionOk="0">
                  <a:moveTo>
                    <a:pt x="1" y="1"/>
                  </a:moveTo>
                  <a:lnTo>
                    <a:pt x="1" y="1579"/>
                  </a:lnTo>
                  <a:lnTo>
                    <a:pt x="4509" y="1579"/>
                  </a:lnTo>
                  <a:lnTo>
                    <a:pt x="450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2"/>
            <p:cNvSpPr/>
            <p:nvPr/>
          </p:nvSpPr>
          <p:spPr>
            <a:xfrm>
              <a:off x="3560415" y="2332410"/>
              <a:ext cx="353245" cy="177126"/>
            </a:xfrm>
            <a:custGeom>
              <a:avLst/>
              <a:gdLst/>
              <a:ahLst/>
              <a:cxnLst/>
              <a:rect l="l" t="t" r="r" b="b"/>
              <a:pathLst>
                <a:path w="7146" h="3583" extrusionOk="0">
                  <a:moveTo>
                    <a:pt x="1" y="0"/>
                  </a:moveTo>
                  <a:lnTo>
                    <a:pt x="1" y="3582"/>
                  </a:lnTo>
                  <a:lnTo>
                    <a:pt x="7146" y="3582"/>
                  </a:lnTo>
                  <a:lnTo>
                    <a:pt x="7146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2"/>
            <p:cNvSpPr/>
            <p:nvPr/>
          </p:nvSpPr>
          <p:spPr>
            <a:xfrm>
              <a:off x="3546425" y="2360884"/>
              <a:ext cx="381273" cy="27634"/>
            </a:xfrm>
            <a:custGeom>
              <a:avLst/>
              <a:gdLst/>
              <a:ahLst/>
              <a:cxnLst/>
              <a:rect l="l" t="t" r="r" b="b"/>
              <a:pathLst>
                <a:path w="7713" h="559" extrusionOk="0">
                  <a:moveTo>
                    <a:pt x="0" y="1"/>
                  </a:moveTo>
                  <a:lnTo>
                    <a:pt x="0" y="558"/>
                  </a:lnTo>
                  <a:lnTo>
                    <a:pt x="7712" y="558"/>
                  </a:lnTo>
                  <a:lnTo>
                    <a:pt x="77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2"/>
            <p:cNvSpPr/>
            <p:nvPr/>
          </p:nvSpPr>
          <p:spPr>
            <a:xfrm>
              <a:off x="3546425" y="2407154"/>
              <a:ext cx="381273" cy="27585"/>
            </a:xfrm>
            <a:custGeom>
              <a:avLst/>
              <a:gdLst/>
              <a:ahLst/>
              <a:cxnLst/>
              <a:rect l="l" t="t" r="r" b="b"/>
              <a:pathLst>
                <a:path w="7713" h="558" extrusionOk="0">
                  <a:moveTo>
                    <a:pt x="0" y="0"/>
                  </a:moveTo>
                  <a:lnTo>
                    <a:pt x="0" y="558"/>
                  </a:lnTo>
                  <a:lnTo>
                    <a:pt x="7712" y="558"/>
                  </a:lnTo>
                  <a:lnTo>
                    <a:pt x="77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2"/>
            <p:cNvSpPr/>
            <p:nvPr/>
          </p:nvSpPr>
          <p:spPr>
            <a:xfrm>
              <a:off x="3546425" y="2453424"/>
              <a:ext cx="381273" cy="27585"/>
            </a:xfrm>
            <a:custGeom>
              <a:avLst/>
              <a:gdLst/>
              <a:ahLst/>
              <a:cxnLst/>
              <a:rect l="l" t="t" r="r" b="b"/>
              <a:pathLst>
                <a:path w="7713" h="558" extrusionOk="0">
                  <a:moveTo>
                    <a:pt x="0" y="0"/>
                  </a:moveTo>
                  <a:lnTo>
                    <a:pt x="0" y="558"/>
                  </a:lnTo>
                  <a:lnTo>
                    <a:pt x="7712" y="558"/>
                  </a:lnTo>
                  <a:lnTo>
                    <a:pt x="77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2"/>
            <p:cNvSpPr/>
            <p:nvPr/>
          </p:nvSpPr>
          <p:spPr>
            <a:xfrm>
              <a:off x="3502530" y="1574141"/>
              <a:ext cx="488195" cy="377090"/>
            </a:xfrm>
            <a:custGeom>
              <a:avLst/>
              <a:gdLst/>
              <a:ahLst/>
              <a:cxnLst/>
              <a:rect l="l" t="t" r="r" b="b"/>
              <a:pathLst>
                <a:path w="9876" h="7628" fill="none" extrusionOk="0">
                  <a:moveTo>
                    <a:pt x="0" y="5435"/>
                  </a:moveTo>
                  <a:lnTo>
                    <a:pt x="1777" y="29"/>
                  </a:lnTo>
                  <a:lnTo>
                    <a:pt x="2826" y="7628"/>
                  </a:lnTo>
                  <a:lnTo>
                    <a:pt x="4801" y="1"/>
                  </a:lnTo>
                  <a:lnTo>
                    <a:pt x="6578" y="6333"/>
                  </a:lnTo>
                  <a:lnTo>
                    <a:pt x="8288" y="332"/>
                  </a:lnTo>
                  <a:lnTo>
                    <a:pt x="9876" y="5227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  <a:defRPr sz="2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arker Grotesque Medium"/>
              <a:buChar char="●"/>
              <a:defRPr sz="12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arker Grotesque Medium"/>
              <a:buChar char="○"/>
              <a:defRPr sz="12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arker Grotesque Medium"/>
              <a:buChar char="■"/>
              <a:defRPr sz="12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arker Grotesque Medium"/>
              <a:buChar char="●"/>
              <a:defRPr sz="12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arker Grotesque Medium"/>
              <a:buChar char="○"/>
              <a:defRPr sz="12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arker Grotesque Medium"/>
              <a:buChar char="■"/>
              <a:defRPr sz="12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arker Grotesque Medium"/>
              <a:buChar char="●"/>
              <a:defRPr sz="12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arker Grotesque Medium"/>
              <a:buChar char="○"/>
              <a:defRPr sz="12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arker Grotesque Medium"/>
              <a:buChar char="■"/>
              <a:defRPr sz="12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2" r:id="rId12"/>
    <p:sldLayoutId id="2147483665" r:id="rId13"/>
    <p:sldLayoutId id="2147483667" r:id="rId14"/>
    <p:sldLayoutId id="2147483668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4" name="Google Shape;404;p26"/>
          <p:cNvCxnSpPr/>
          <p:nvPr/>
        </p:nvCxnSpPr>
        <p:spPr>
          <a:xfrm>
            <a:off x="4316975" y="3319625"/>
            <a:ext cx="4931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5" name="Google Shape;405;p26"/>
          <p:cNvSpPr txBox="1">
            <a:spLocks noGrp="1"/>
          </p:cNvSpPr>
          <p:nvPr>
            <p:ph type="ctrTitle"/>
          </p:nvPr>
        </p:nvSpPr>
        <p:spPr>
          <a:xfrm>
            <a:off x="4288563" y="1861382"/>
            <a:ext cx="4150500" cy="13403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altLang="ko-KR" sz="4000" dirty="0">
                <a:latin typeface="프리젠테이션 8 ExtraBold" pitchFamily="2" charset="-127"/>
                <a:ea typeface="프리젠테이션 8 ExtraBold" pitchFamily="2" charset="-127"/>
              </a:rPr>
            </a:br>
            <a:r>
              <a:rPr lang="en-US" altLang="ko-KR" sz="4000" dirty="0">
                <a:latin typeface="프리젠테이션 8 ExtraBold" pitchFamily="2" charset="-127"/>
                <a:ea typeface="프리젠테이션 8 ExtraBold" pitchFamily="2" charset="-127"/>
              </a:rPr>
              <a:t> </a:t>
            </a:r>
            <a:r>
              <a:rPr lang="ko-KR" altLang="en-US" sz="4000" dirty="0">
                <a:latin typeface="프리젠테이션 8 ExtraBold" pitchFamily="2" charset="-127"/>
                <a:ea typeface="프리젠테이션 8 ExtraBold" pitchFamily="2" charset="-127"/>
              </a:rPr>
              <a:t>강의실 예약 시스템</a:t>
            </a:r>
            <a:br>
              <a:rPr lang="en-US" altLang="ko-KR" sz="4000" dirty="0">
                <a:latin typeface="프리젠테이션 8 ExtraBold" pitchFamily="2" charset="-127"/>
                <a:ea typeface="프리젠테이션 8 ExtraBold" pitchFamily="2" charset="-127"/>
              </a:rPr>
            </a:br>
            <a:endParaRPr sz="4000" b="0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cxnSp>
        <p:nvCxnSpPr>
          <p:cNvPr id="407" name="Google Shape;407;p26"/>
          <p:cNvCxnSpPr/>
          <p:nvPr/>
        </p:nvCxnSpPr>
        <p:spPr>
          <a:xfrm>
            <a:off x="0" y="307163"/>
            <a:ext cx="4570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08" name="Google Shape;408;p26"/>
          <p:cNvGrpSpPr/>
          <p:nvPr/>
        </p:nvGrpSpPr>
        <p:grpSpPr>
          <a:xfrm>
            <a:off x="8196000" y="135875"/>
            <a:ext cx="619300" cy="330925"/>
            <a:chOff x="5031250" y="135875"/>
            <a:chExt cx="619300" cy="330925"/>
          </a:xfrm>
        </p:grpSpPr>
        <p:sp>
          <p:nvSpPr>
            <p:cNvPr id="409" name="Google Shape;409;p26"/>
            <p:cNvSpPr/>
            <p:nvPr/>
          </p:nvSpPr>
          <p:spPr>
            <a:xfrm>
              <a:off x="5031250" y="135875"/>
              <a:ext cx="120000" cy="120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6"/>
            <p:cNvSpPr/>
            <p:nvPr/>
          </p:nvSpPr>
          <p:spPr>
            <a:xfrm>
              <a:off x="5195653" y="346800"/>
              <a:ext cx="120000" cy="1200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6"/>
            <p:cNvSpPr/>
            <p:nvPr/>
          </p:nvSpPr>
          <p:spPr>
            <a:xfrm>
              <a:off x="5530550" y="346800"/>
              <a:ext cx="120000" cy="120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2" name="Google Shape;412;p26"/>
          <p:cNvGrpSpPr/>
          <p:nvPr/>
        </p:nvGrpSpPr>
        <p:grpSpPr>
          <a:xfrm>
            <a:off x="276425" y="4185388"/>
            <a:ext cx="284403" cy="690563"/>
            <a:chOff x="276425" y="4185388"/>
            <a:chExt cx="284403" cy="690563"/>
          </a:xfrm>
        </p:grpSpPr>
        <p:sp>
          <p:nvSpPr>
            <p:cNvPr id="413" name="Google Shape;413;p26"/>
            <p:cNvSpPr/>
            <p:nvPr/>
          </p:nvSpPr>
          <p:spPr>
            <a:xfrm>
              <a:off x="276425" y="4545025"/>
              <a:ext cx="120000" cy="120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6"/>
            <p:cNvSpPr/>
            <p:nvPr/>
          </p:nvSpPr>
          <p:spPr>
            <a:xfrm>
              <a:off x="440828" y="4755950"/>
              <a:ext cx="120000" cy="1200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6"/>
            <p:cNvSpPr/>
            <p:nvPr/>
          </p:nvSpPr>
          <p:spPr>
            <a:xfrm>
              <a:off x="440828" y="4185388"/>
              <a:ext cx="120000" cy="120000"/>
            </a:xfrm>
            <a:prstGeom prst="mathPlus">
              <a:avLst>
                <a:gd name="adj1" fmla="val 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16" name="Google Shape;416;p26"/>
          <p:cNvCxnSpPr/>
          <p:nvPr/>
        </p:nvCxnSpPr>
        <p:spPr>
          <a:xfrm>
            <a:off x="4570500" y="4836313"/>
            <a:ext cx="4570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17" name="Google Shape;417;p26"/>
          <p:cNvGrpSpPr/>
          <p:nvPr/>
        </p:nvGrpSpPr>
        <p:grpSpPr>
          <a:xfrm>
            <a:off x="469763" y="1146530"/>
            <a:ext cx="3536277" cy="2730514"/>
            <a:chOff x="276382" y="1146476"/>
            <a:chExt cx="3729464" cy="2879682"/>
          </a:xfrm>
        </p:grpSpPr>
        <p:sp>
          <p:nvSpPr>
            <p:cNvPr id="418" name="Google Shape;418;p26"/>
            <p:cNvSpPr/>
            <p:nvPr/>
          </p:nvSpPr>
          <p:spPr>
            <a:xfrm>
              <a:off x="1677049" y="1415140"/>
              <a:ext cx="1745661" cy="70"/>
            </a:xfrm>
            <a:custGeom>
              <a:avLst/>
              <a:gdLst/>
              <a:ahLst/>
              <a:cxnLst/>
              <a:rect l="l" t="t" r="r" b="b"/>
              <a:pathLst>
                <a:path w="25112" h="1" extrusionOk="0">
                  <a:moveTo>
                    <a:pt x="1" y="1"/>
                  </a:moveTo>
                  <a:lnTo>
                    <a:pt x="2511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6"/>
            <p:cNvSpPr/>
            <p:nvPr/>
          </p:nvSpPr>
          <p:spPr>
            <a:xfrm rot="10800000" flipH="1">
              <a:off x="1118149" y="1408500"/>
              <a:ext cx="2304654" cy="53950"/>
            </a:xfrm>
            <a:custGeom>
              <a:avLst/>
              <a:gdLst/>
              <a:ahLst/>
              <a:cxnLst/>
              <a:rect l="l" t="t" r="r" b="b"/>
              <a:pathLst>
                <a:path w="25112" h="1" fill="none" extrusionOk="0">
                  <a:moveTo>
                    <a:pt x="1" y="1"/>
                  </a:moveTo>
                  <a:lnTo>
                    <a:pt x="2511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6"/>
            <p:cNvSpPr/>
            <p:nvPr/>
          </p:nvSpPr>
          <p:spPr>
            <a:xfrm>
              <a:off x="2867248" y="2069520"/>
              <a:ext cx="760147" cy="1520348"/>
            </a:xfrm>
            <a:custGeom>
              <a:avLst/>
              <a:gdLst/>
              <a:ahLst/>
              <a:cxnLst/>
              <a:rect l="l" t="t" r="r" b="b"/>
              <a:pathLst>
                <a:path w="10935" h="21870" fill="none" extrusionOk="0">
                  <a:moveTo>
                    <a:pt x="0" y="21869"/>
                  </a:moveTo>
                  <a:lnTo>
                    <a:pt x="10935" y="21869"/>
                  </a:lnTo>
                  <a:lnTo>
                    <a:pt x="10935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6"/>
            <p:cNvSpPr/>
            <p:nvPr/>
          </p:nvSpPr>
          <p:spPr>
            <a:xfrm>
              <a:off x="484960" y="1975316"/>
              <a:ext cx="1228198" cy="1070327"/>
            </a:xfrm>
            <a:custGeom>
              <a:avLst/>
              <a:gdLst/>
              <a:ahLst/>
              <a:cxnLst/>
              <a:rect l="l" t="t" r="r" b="b"/>
              <a:pathLst>
                <a:path w="13091" h="11408" fill="none" extrusionOk="0">
                  <a:moveTo>
                    <a:pt x="1" y="0"/>
                  </a:moveTo>
                  <a:lnTo>
                    <a:pt x="1" y="11407"/>
                  </a:lnTo>
                  <a:lnTo>
                    <a:pt x="13090" y="11407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6"/>
            <p:cNvSpPr/>
            <p:nvPr/>
          </p:nvSpPr>
          <p:spPr>
            <a:xfrm>
              <a:off x="689115" y="2982532"/>
              <a:ext cx="122277" cy="122212"/>
            </a:xfrm>
            <a:custGeom>
              <a:avLst/>
              <a:gdLst/>
              <a:ahLst/>
              <a:cxnLst/>
              <a:rect l="l" t="t" r="r" b="b"/>
              <a:pathLst>
                <a:path w="1759" h="1758" extrusionOk="0">
                  <a:moveTo>
                    <a:pt x="879" y="0"/>
                  </a:moveTo>
                  <a:cubicBezTo>
                    <a:pt x="397" y="0"/>
                    <a:pt x="0" y="397"/>
                    <a:pt x="0" y="879"/>
                  </a:cubicBezTo>
                  <a:cubicBezTo>
                    <a:pt x="0" y="1370"/>
                    <a:pt x="397" y="1758"/>
                    <a:pt x="879" y="1758"/>
                  </a:cubicBezTo>
                  <a:cubicBezTo>
                    <a:pt x="1361" y="1758"/>
                    <a:pt x="1758" y="1370"/>
                    <a:pt x="1758" y="879"/>
                  </a:cubicBezTo>
                  <a:cubicBezTo>
                    <a:pt x="1758" y="397"/>
                    <a:pt x="1361" y="0"/>
                    <a:pt x="879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6"/>
            <p:cNvSpPr/>
            <p:nvPr/>
          </p:nvSpPr>
          <p:spPr>
            <a:xfrm>
              <a:off x="2620450" y="1352086"/>
              <a:ext cx="121651" cy="122281"/>
            </a:xfrm>
            <a:custGeom>
              <a:avLst/>
              <a:gdLst/>
              <a:ahLst/>
              <a:cxnLst/>
              <a:rect l="l" t="t" r="r" b="b"/>
              <a:pathLst>
                <a:path w="1750" h="1759" extrusionOk="0">
                  <a:moveTo>
                    <a:pt x="870" y="1"/>
                  </a:moveTo>
                  <a:cubicBezTo>
                    <a:pt x="388" y="1"/>
                    <a:pt x="1" y="398"/>
                    <a:pt x="1" y="880"/>
                  </a:cubicBezTo>
                  <a:cubicBezTo>
                    <a:pt x="1" y="1371"/>
                    <a:pt x="388" y="1758"/>
                    <a:pt x="870" y="1758"/>
                  </a:cubicBezTo>
                  <a:cubicBezTo>
                    <a:pt x="1362" y="1758"/>
                    <a:pt x="1749" y="1371"/>
                    <a:pt x="1749" y="880"/>
                  </a:cubicBezTo>
                  <a:cubicBezTo>
                    <a:pt x="1749" y="398"/>
                    <a:pt x="1362" y="1"/>
                    <a:pt x="870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6"/>
            <p:cNvSpPr/>
            <p:nvPr/>
          </p:nvSpPr>
          <p:spPr>
            <a:xfrm>
              <a:off x="3564285" y="2868429"/>
              <a:ext cx="122277" cy="122281"/>
            </a:xfrm>
            <a:custGeom>
              <a:avLst/>
              <a:gdLst/>
              <a:ahLst/>
              <a:cxnLst/>
              <a:rect l="l" t="t" r="r" b="b"/>
              <a:pathLst>
                <a:path w="1759" h="1759" extrusionOk="0">
                  <a:moveTo>
                    <a:pt x="879" y="1"/>
                  </a:moveTo>
                  <a:cubicBezTo>
                    <a:pt x="397" y="1"/>
                    <a:pt x="0" y="398"/>
                    <a:pt x="0" y="880"/>
                  </a:cubicBezTo>
                  <a:cubicBezTo>
                    <a:pt x="0" y="1371"/>
                    <a:pt x="397" y="1758"/>
                    <a:pt x="879" y="1758"/>
                  </a:cubicBezTo>
                  <a:cubicBezTo>
                    <a:pt x="1361" y="1758"/>
                    <a:pt x="1758" y="1371"/>
                    <a:pt x="1758" y="880"/>
                  </a:cubicBezTo>
                  <a:cubicBezTo>
                    <a:pt x="1758" y="398"/>
                    <a:pt x="1361" y="1"/>
                    <a:pt x="879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5" name="Google Shape;425;p26"/>
            <p:cNvGrpSpPr/>
            <p:nvPr/>
          </p:nvGrpSpPr>
          <p:grpSpPr>
            <a:xfrm>
              <a:off x="905779" y="2238401"/>
              <a:ext cx="2374402" cy="1787757"/>
              <a:chOff x="1209760" y="2377273"/>
              <a:chExt cx="2083174" cy="1568483"/>
            </a:xfrm>
          </p:grpSpPr>
          <p:sp>
            <p:nvSpPr>
              <p:cNvPr id="426" name="Google Shape;426;p26"/>
              <p:cNvSpPr/>
              <p:nvPr/>
            </p:nvSpPr>
            <p:spPr>
              <a:xfrm>
                <a:off x="2028856" y="3557172"/>
                <a:ext cx="445593" cy="347108"/>
              </a:xfrm>
              <a:custGeom>
                <a:avLst/>
                <a:gdLst/>
                <a:ahLst/>
                <a:cxnLst/>
                <a:rect l="l" t="t" r="r" b="b"/>
                <a:pathLst>
                  <a:path w="7306" h="5691" extrusionOk="0">
                    <a:moveTo>
                      <a:pt x="0" y="1"/>
                    </a:moveTo>
                    <a:lnTo>
                      <a:pt x="0" y="5690"/>
                    </a:lnTo>
                    <a:lnTo>
                      <a:pt x="7305" y="5690"/>
                    </a:lnTo>
                    <a:lnTo>
                      <a:pt x="7305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26"/>
              <p:cNvSpPr/>
              <p:nvPr/>
            </p:nvSpPr>
            <p:spPr>
              <a:xfrm>
                <a:off x="1489887" y="3898426"/>
                <a:ext cx="1543108" cy="47330"/>
              </a:xfrm>
              <a:custGeom>
                <a:avLst/>
                <a:gdLst/>
                <a:ahLst/>
                <a:cxnLst/>
                <a:rect l="l" t="t" r="r" b="b"/>
                <a:pathLst>
                  <a:path w="25301" h="776" extrusionOk="0">
                    <a:moveTo>
                      <a:pt x="1" y="1"/>
                    </a:moveTo>
                    <a:lnTo>
                      <a:pt x="1" y="776"/>
                    </a:lnTo>
                    <a:lnTo>
                      <a:pt x="25300" y="776"/>
                    </a:lnTo>
                    <a:lnTo>
                      <a:pt x="25300" y="1"/>
                    </a:lnTo>
                    <a:close/>
                  </a:path>
                </a:pathLst>
              </a:custGeom>
              <a:solidFill>
                <a:srgbClr val="936EBE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26"/>
              <p:cNvSpPr/>
              <p:nvPr/>
            </p:nvSpPr>
            <p:spPr>
              <a:xfrm>
                <a:off x="1209760" y="2377273"/>
                <a:ext cx="2083174" cy="1254921"/>
              </a:xfrm>
              <a:custGeom>
                <a:avLst/>
                <a:gdLst/>
                <a:ahLst/>
                <a:cxnLst/>
                <a:rect l="l" t="t" r="r" b="b"/>
                <a:pathLst>
                  <a:path w="34156" h="20575" extrusionOk="0">
                    <a:moveTo>
                      <a:pt x="1135" y="1"/>
                    </a:moveTo>
                    <a:cubicBezTo>
                      <a:pt x="511" y="1"/>
                      <a:pt x="1" y="511"/>
                      <a:pt x="1" y="1135"/>
                    </a:cubicBezTo>
                    <a:lnTo>
                      <a:pt x="1" y="19440"/>
                    </a:lnTo>
                    <a:cubicBezTo>
                      <a:pt x="1" y="20064"/>
                      <a:pt x="511" y="20574"/>
                      <a:pt x="1135" y="20574"/>
                    </a:cubicBezTo>
                    <a:lnTo>
                      <a:pt x="33021" y="20574"/>
                    </a:lnTo>
                    <a:cubicBezTo>
                      <a:pt x="33654" y="20574"/>
                      <a:pt x="34155" y="20064"/>
                      <a:pt x="34155" y="19440"/>
                    </a:cubicBezTo>
                    <a:lnTo>
                      <a:pt x="34155" y="1135"/>
                    </a:lnTo>
                    <a:cubicBezTo>
                      <a:pt x="34155" y="511"/>
                      <a:pt x="33654" y="1"/>
                      <a:pt x="33021" y="1"/>
                    </a:cubicBezTo>
                    <a:close/>
                  </a:path>
                </a:pathLst>
              </a:custGeom>
              <a:solidFill>
                <a:srgbClr val="936EBE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26"/>
              <p:cNvSpPr/>
              <p:nvPr/>
            </p:nvSpPr>
            <p:spPr>
              <a:xfrm>
                <a:off x="1316431" y="2487974"/>
                <a:ext cx="1870441" cy="939041"/>
              </a:xfrm>
              <a:custGeom>
                <a:avLst/>
                <a:gdLst/>
                <a:ahLst/>
                <a:cxnLst/>
                <a:rect l="l" t="t" r="r" b="b"/>
                <a:pathLst>
                  <a:path w="30668" h="15396" extrusionOk="0">
                    <a:moveTo>
                      <a:pt x="0" y="0"/>
                    </a:moveTo>
                    <a:lnTo>
                      <a:pt x="0" y="15395"/>
                    </a:lnTo>
                    <a:lnTo>
                      <a:pt x="30667" y="15395"/>
                    </a:lnTo>
                    <a:lnTo>
                      <a:pt x="30667" y="0"/>
                    </a:lnTo>
                    <a:close/>
                  </a:path>
                </a:pathLst>
              </a:custGeom>
              <a:solidFill>
                <a:srgbClr val="E489BF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26"/>
              <p:cNvSpPr/>
              <p:nvPr/>
            </p:nvSpPr>
            <p:spPr>
              <a:xfrm>
                <a:off x="2190235" y="3479956"/>
                <a:ext cx="122834" cy="122290"/>
              </a:xfrm>
              <a:custGeom>
                <a:avLst/>
                <a:gdLst/>
                <a:ahLst/>
                <a:cxnLst/>
                <a:rect l="l" t="t" r="r" b="b"/>
                <a:pathLst>
                  <a:path w="2014" h="2005" extrusionOk="0">
                    <a:moveTo>
                      <a:pt x="1002" y="1"/>
                    </a:moveTo>
                    <a:cubicBezTo>
                      <a:pt x="454" y="1"/>
                      <a:pt x="0" y="454"/>
                      <a:pt x="0" y="1002"/>
                    </a:cubicBezTo>
                    <a:cubicBezTo>
                      <a:pt x="0" y="1560"/>
                      <a:pt x="454" y="2004"/>
                      <a:pt x="1002" y="2004"/>
                    </a:cubicBezTo>
                    <a:cubicBezTo>
                      <a:pt x="1560" y="2004"/>
                      <a:pt x="2013" y="1560"/>
                      <a:pt x="2013" y="1002"/>
                    </a:cubicBezTo>
                    <a:cubicBezTo>
                      <a:pt x="2013" y="454"/>
                      <a:pt x="1560" y="1"/>
                      <a:pt x="10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1" name="Google Shape;431;p26"/>
            <p:cNvGrpSpPr/>
            <p:nvPr/>
          </p:nvGrpSpPr>
          <p:grpSpPr>
            <a:xfrm>
              <a:off x="3211245" y="1146476"/>
              <a:ext cx="794601" cy="1222664"/>
              <a:chOff x="3334313" y="1341356"/>
              <a:chExt cx="798434" cy="1228438"/>
            </a:xfrm>
          </p:grpSpPr>
          <p:sp>
            <p:nvSpPr>
              <p:cNvPr id="432" name="Google Shape;432;p26"/>
              <p:cNvSpPr/>
              <p:nvPr/>
            </p:nvSpPr>
            <p:spPr>
              <a:xfrm>
                <a:off x="3334313" y="1341356"/>
                <a:ext cx="798434" cy="999971"/>
              </a:xfrm>
              <a:custGeom>
                <a:avLst/>
                <a:gdLst/>
                <a:ahLst/>
                <a:cxnLst/>
                <a:rect l="l" t="t" r="r" b="b"/>
                <a:pathLst>
                  <a:path w="16152" h="20228" extrusionOk="0">
                    <a:moveTo>
                      <a:pt x="8144" y="1"/>
                    </a:moveTo>
                    <a:cubicBezTo>
                      <a:pt x="8069" y="1"/>
                      <a:pt x="7995" y="2"/>
                      <a:pt x="7920" y="4"/>
                    </a:cubicBezTo>
                    <a:cubicBezTo>
                      <a:pt x="3791" y="117"/>
                      <a:pt x="379" y="3444"/>
                      <a:pt x="152" y="7564"/>
                    </a:cubicBezTo>
                    <a:cubicBezTo>
                      <a:pt x="1" y="10305"/>
                      <a:pt x="1239" y="12762"/>
                      <a:pt x="3214" y="14312"/>
                    </a:cubicBezTo>
                    <a:cubicBezTo>
                      <a:pt x="3791" y="14765"/>
                      <a:pt x="4291" y="15323"/>
                      <a:pt x="4641" y="15966"/>
                    </a:cubicBezTo>
                    <a:cubicBezTo>
                      <a:pt x="4991" y="16589"/>
                      <a:pt x="5274" y="17393"/>
                      <a:pt x="5340" y="18357"/>
                    </a:cubicBezTo>
                    <a:lnTo>
                      <a:pt x="5340" y="20228"/>
                    </a:lnTo>
                    <a:lnTo>
                      <a:pt x="10945" y="20228"/>
                    </a:lnTo>
                    <a:lnTo>
                      <a:pt x="10954" y="18347"/>
                    </a:lnTo>
                    <a:cubicBezTo>
                      <a:pt x="11020" y="17383"/>
                      <a:pt x="11304" y="16599"/>
                      <a:pt x="11644" y="15966"/>
                    </a:cubicBezTo>
                    <a:cubicBezTo>
                      <a:pt x="12003" y="15314"/>
                      <a:pt x="12513" y="14756"/>
                      <a:pt x="13099" y="14293"/>
                    </a:cubicBezTo>
                    <a:cubicBezTo>
                      <a:pt x="14961" y="12828"/>
                      <a:pt x="16152" y="10560"/>
                      <a:pt x="16152" y="8008"/>
                    </a:cubicBezTo>
                    <a:cubicBezTo>
                      <a:pt x="16152" y="3584"/>
                      <a:pt x="12568" y="1"/>
                      <a:pt x="814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26"/>
              <p:cNvSpPr/>
              <p:nvPr/>
            </p:nvSpPr>
            <p:spPr>
              <a:xfrm>
                <a:off x="3625368" y="2491686"/>
                <a:ext cx="222891" cy="78107"/>
              </a:xfrm>
              <a:custGeom>
                <a:avLst/>
                <a:gdLst/>
                <a:ahLst/>
                <a:cxnLst/>
                <a:rect l="l" t="t" r="r" b="b"/>
                <a:pathLst>
                  <a:path w="4509" h="1580" extrusionOk="0">
                    <a:moveTo>
                      <a:pt x="1" y="1"/>
                    </a:moveTo>
                    <a:lnTo>
                      <a:pt x="1" y="1579"/>
                    </a:lnTo>
                    <a:lnTo>
                      <a:pt x="4509" y="1579"/>
                    </a:lnTo>
                    <a:lnTo>
                      <a:pt x="4509" y="1"/>
                    </a:lnTo>
                    <a:close/>
                  </a:path>
                </a:pathLst>
              </a:custGeom>
              <a:solidFill>
                <a:srgbClr val="5FB0DA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26"/>
              <p:cNvSpPr/>
              <p:nvPr/>
            </p:nvSpPr>
            <p:spPr>
              <a:xfrm>
                <a:off x="3560415" y="2332410"/>
                <a:ext cx="353245" cy="177126"/>
              </a:xfrm>
              <a:custGeom>
                <a:avLst/>
                <a:gdLst/>
                <a:ahLst/>
                <a:cxnLst/>
                <a:rect l="l" t="t" r="r" b="b"/>
                <a:pathLst>
                  <a:path w="7146" h="3583" extrusionOk="0">
                    <a:moveTo>
                      <a:pt x="1" y="0"/>
                    </a:moveTo>
                    <a:lnTo>
                      <a:pt x="1" y="3582"/>
                    </a:lnTo>
                    <a:lnTo>
                      <a:pt x="7146" y="3582"/>
                    </a:lnTo>
                    <a:lnTo>
                      <a:pt x="7146" y="0"/>
                    </a:lnTo>
                    <a:close/>
                  </a:path>
                </a:pathLst>
              </a:custGeom>
              <a:solidFill>
                <a:srgbClr val="E489BF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26"/>
              <p:cNvSpPr/>
              <p:nvPr/>
            </p:nvSpPr>
            <p:spPr>
              <a:xfrm>
                <a:off x="3546425" y="2360884"/>
                <a:ext cx="381273" cy="27634"/>
              </a:xfrm>
              <a:custGeom>
                <a:avLst/>
                <a:gdLst/>
                <a:ahLst/>
                <a:cxnLst/>
                <a:rect l="l" t="t" r="r" b="b"/>
                <a:pathLst>
                  <a:path w="7713" h="559" extrusionOk="0">
                    <a:moveTo>
                      <a:pt x="0" y="1"/>
                    </a:moveTo>
                    <a:lnTo>
                      <a:pt x="0" y="558"/>
                    </a:lnTo>
                    <a:lnTo>
                      <a:pt x="7712" y="558"/>
                    </a:lnTo>
                    <a:lnTo>
                      <a:pt x="771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26"/>
              <p:cNvSpPr/>
              <p:nvPr/>
            </p:nvSpPr>
            <p:spPr>
              <a:xfrm>
                <a:off x="3546425" y="2407154"/>
                <a:ext cx="381273" cy="27585"/>
              </a:xfrm>
              <a:custGeom>
                <a:avLst/>
                <a:gdLst/>
                <a:ahLst/>
                <a:cxnLst/>
                <a:rect l="l" t="t" r="r" b="b"/>
                <a:pathLst>
                  <a:path w="7713" h="558" extrusionOk="0">
                    <a:moveTo>
                      <a:pt x="0" y="0"/>
                    </a:moveTo>
                    <a:lnTo>
                      <a:pt x="0" y="558"/>
                    </a:lnTo>
                    <a:lnTo>
                      <a:pt x="7712" y="558"/>
                    </a:lnTo>
                    <a:lnTo>
                      <a:pt x="77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26"/>
              <p:cNvSpPr/>
              <p:nvPr/>
            </p:nvSpPr>
            <p:spPr>
              <a:xfrm>
                <a:off x="3546425" y="2453424"/>
                <a:ext cx="381273" cy="27585"/>
              </a:xfrm>
              <a:custGeom>
                <a:avLst/>
                <a:gdLst/>
                <a:ahLst/>
                <a:cxnLst/>
                <a:rect l="l" t="t" r="r" b="b"/>
                <a:pathLst>
                  <a:path w="7713" h="558" extrusionOk="0">
                    <a:moveTo>
                      <a:pt x="0" y="0"/>
                    </a:moveTo>
                    <a:lnTo>
                      <a:pt x="0" y="558"/>
                    </a:lnTo>
                    <a:lnTo>
                      <a:pt x="7712" y="558"/>
                    </a:lnTo>
                    <a:lnTo>
                      <a:pt x="77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6"/>
              <p:cNvSpPr/>
              <p:nvPr/>
            </p:nvSpPr>
            <p:spPr>
              <a:xfrm>
                <a:off x="3502530" y="1574141"/>
                <a:ext cx="488195" cy="377090"/>
              </a:xfrm>
              <a:custGeom>
                <a:avLst/>
                <a:gdLst/>
                <a:ahLst/>
                <a:cxnLst/>
                <a:rect l="l" t="t" r="r" b="b"/>
                <a:pathLst>
                  <a:path w="9876" h="7628" fill="none" extrusionOk="0">
                    <a:moveTo>
                      <a:pt x="0" y="5435"/>
                    </a:moveTo>
                    <a:lnTo>
                      <a:pt x="1777" y="29"/>
                    </a:lnTo>
                    <a:lnTo>
                      <a:pt x="2826" y="7628"/>
                    </a:lnTo>
                    <a:lnTo>
                      <a:pt x="4801" y="1"/>
                    </a:lnTo>
                    <a:lnTo>
                      <a:pt x="6578" y="6333"/>
                    </a:lnTo>
                    <a:lnTo>
                      <a:pt x="8288" y="332"/>
                    </a:lnTo>
                    <a:lnTo>
                      <a:pt x="9876" y="5227"/>
                    </a:ln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9" name="Google Shape;439;p26"/>
            <p:cNvGrpSpPr/>
            <p:nvPr/>
          </p:nvGrpSpPr>
          <p:grpSpPr>
            <a:xfrm>
              <a:off x="276382" y="1174752"/>
              <a:ext cx="895027" cy="894940"/>
              <a:chOff x="276382" y="1174752"/>
              <a:chExt cx="895027" cy="894940"/>
            </a:xfrm>
          </p:grpSpPr>
          <p:grpSp>
            <p:nvGrpSpPr>
              <p:cNvPr id="440" name="Google Shape;440;p26"/>
              <p:cNvGrpSpPr/>
              <p:nvPr/>
            </p:nvGrpSpPr>
            <p:grpSpPr>
              <a:xfrm>
                <a:off x="276382" y="1174752"/>
                <a:ext cx="895027" cy="894940"/>
                <a:chOff x="2861096" y="3889198"/>
                <a:chExt cx="397772" cy="397716"/>
              </a:xfrm>
            </p:grpSpPr>
            <p:sp>
              <p:nvSpPr>
                <p:cNvPr id="441" name="Google Shape;441;p26"/>
                <p:cNvSpPr/>
                <p:nvPr/>
              </p:nvSpPr>
              <p:spPr>
                <a:xfrm>
                  <a:off x="2861096" y="3889198"/>
                  <a:ext cx="397772" cy="397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0" h="7079" extrusionOk="0">
                      <a:moveTo>
                        <a:pt x="3545" y="0"/>
                      </a:moveTo>
                      <a:cubicBezTo>
                        <a:pt x="1588" y="0"/>
                        <a:pt x="1" y="1588"/>
                        <a:pt x="1" y="3535"/>
                      </a:cubicBezTo>
                      <a:cubicBezTo>
                        <a:pt x="1" y="5491"/>
                        <a:pt x="1588" y="7079"/>
                        <a:pt x="3545" y="7079"/>
                      </a:cubicBezTo>
                      <a:cubicBezTo>
                        <a:pt x="5501" y="7079"/>
                        <a:pt x="7079" y="5491"/>
                        <a:pt x="7079" y="3535"/>
                      </a:cubicBezTo>
                      <a:cubicBezTo>
                        <a:pt x="7079" y="1588"/>
                        <a:pt x="5501" y="0"/>
                        <a:pt x="354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miter lim="9450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2" name="Google Shape;442;p26"/>
                <p:cNvSpPr/>
                <p:nvPr/>
              </p:nvSpPr>
              <p:spPr>
                <a:xfrm>
                  <a:off x="2907821" y="3931467"/>
                  <a:ext cx="304332" cy="313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2" h="4282" extrusionOk="0">
                      <a:moveTo>
                        <a:pt x="2146" y="1"/>
                      </a:moveTo>
                      <a:cubicBezTo>
                        <a:pt x="964" y="1"/>
                        <a:pt x="0" y="955"/>
                        <a:pt x="0" y="2137"/>
                      </a:cubicBezTo>
                      <a:cubicBezTo>
                        <a:pt x="0" y="3327"/>
                        <a:pt x="964" y="4282"/>
                        <a:pt x="2146" y="4282"/>
                      </a:cubicBezTo>
                      <a:cubicBezTo>
                        <a:pt x="3327" y="4282"/>
                        <a:pt x="4281" y="3327"/>
                        <a:pt x="4281" y="2137"/>
                      </a:cubicBezTo>
                      <a:cubicBezTo>
                        <a:pt x="4281" y="955"/>
                        <a:pt x="3327" y="1"/>
                        <a:pt x="214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dk1"/>
                  </a:solidFill>
                  <a:prstDash val="solid"/>
                  <a:miter lim="9450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43" name="Google Shape;443;p26"/>
              <p:cNvSpPr/>
              <p:nvPr/>
            </p:nvSpPr>
            <p:spPr>
              <a:xfrm>
                <a:off x="698100" y="1366625"/>
                <a:ext cx="195250" cy="467375"/>
              </a:xfrm>
              <a:custGeom>
                <a:avLst/>
                <a:gdLst/>
                <a:ahLst/>
                <a:cxnLst/>
                <a:rect l="l" t="t" r="r" b="b"/>
                <a:pathLst>
                  <a:path w="7810" h="18695" extrusionOk="0">
                    <a:moveTo>
                      <a:pt x="5916" y="0"/>
                    </a:moveTo>
                    <a:lnTo>
                      <a:pt x="0" y="9939"/>
                    </a:lnTo>
                    <a:lnTo>
                      <a:pt x="7810" y="18695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444" name="Google Shape;444;p26"/>
            <p:cNvGrpSpPr/>
            <p:nvPr/>
          </p:nvGrpSpPr>
          <p:grpSpPr>
            <a:xfrm>
              <a:off x="1195050" y="2449275"/>
              <a:ext cx="1713592" cy="857900"/>
              <a:chOff x="1195050" y="2449275"/>
              <a:chExt cx="1713592" cy="857900"/>
            </a:xfrm>
          </p:grpSpPr>
          <p:sp>
            <p:nvSpPr>
              <p:cNvPr id="445" name="Google Shape;445;p26"/>
              <p:cNvSpPr/>
              <p:nvPr/>
            </p:nvSpPr>
            <p:spPr>
              <a:xfrm>
                <a:off x="1195050" y="2449275"/>
                <a:ext cx="248400" cy="248400"/>
              </a:xfrm>
              <a:prstGeom prst="donut">
                <a:avLst>
                  <a:gd name="adj" fmla="val 25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26"/>
              <p:cNvSpPr/>
              <p:nvPr/>
            </p:nvSpPr>
            <p:spPr>
              <a:xfrm>
                <a:off x="1195050" y="2449275"/>
                <a:ext cx="248400" cy="248400"/>
              </a:xfrm>
              <a:prstGeom prst="blockArc">
                <a:avLst>
                  <a:gd name="adj1" fmla="val 8495047"/>
                  <a:gd name="adj2" fmla="val 16399518"/>
                  <a:gd name="adj3" fmla="val 24494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26"/>
              <p:cNvSpPr/>
              <p:nvPr/>
            </p:nvSpPr>
            <p:spPr>
              <a:xfrm>
                <a:off x="1490225" y="2493250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26"/>
              <p:cNvSpPr/>
              <p:nvPr/>
            </p:nvSpPr>
            <p:spPr>
              <a:xfrm>
                <a:off x="1490225" y="2563784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26"/>
              <p:cNvSpPr/>
              <p:nvPr/>
            </p:nvSpPr>
            <p:spPr>
              <a:xfrm>
                <a:off x="1359750" y="2811950"/>
                <a:ext cx="95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26"/>
              <p:cNvSpPr/>
              <p:nvPr/>
            </p:nvSpPr>
            <p:spPr>
              <a:xfrm>
                <a:off x="2379742" y="2811950"/>
                <a:ext cx="121800" cy="22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26"/>
              <p:cNvSpPr/>
              <p:nvPr/>
            </p:nvSpPr>
            <p:spPr>
              <a:xfrm>
                <a:off x="2583292" y="2811950"/>
                <a:ext cx="121800" cy="22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26"/>
              <p:cNvSpPr/>
              <p:nvPr/>
            </p:nvSpPr>
            <p:spPr>
              <a:xfrm>
                <a:off x="2786842" y="2811950"/>
                <a:ext cx="121800" cy="22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26"/>
              <p:cNvSpPr/>
              <p:nvPr/>
            </p:nvSpPr>
            <p:spPr>
              <a:xfrm>
                <a:off x="1359750" y="2964325"/>
                <a:ext cx="95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26"/>
              <p:cNvSpPr/>
              <p:nvPr/>
            </p:nvSpPr>
            <p:spPr>
              <a:xfrm>
                <a:off x="2379742" y="2964325"/>
                <a:ext cx="121800" cy="22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26"/>
              <p:cNvSpPr/>
              <p:nvPr/>
            </p:nvSpPr>
            <p:spPr>
              <a:xfrm>
                <a:off x="2583292" y="2964325"/>
                <a:ext cx="121800" cy="22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26"/>
              <p:cNvSpPr/>
              <p:nvPr/>
            </p:nvSpPr>
            <p:spPr>
              <a:xfrm>
                <a:off x="2786842" y="2964325"/>
                <a:ext cx="121800" cy="22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26"/>
              <p:cNvSpPr/>
              <p:nvPr/>
            </p:nvSpPr>
            <p:spPr>
              <a:xfrm>
                <a:off x="1359750" y="3116700"/>
                <a:ext cx="95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26"/>
              <p:cNvSpPr/>
              <p:nvPr/>
            </p:nvSpPr>
            <p:spPr>
              <a:xfrm>
                <a:off x="2379742" y="3116700"/>
                <a:ext cx="121800" cy="22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26"/>
              <p:cNvSpPr/>
              <p:nvPr/>
            </p:nvSpPr>
            <p:spPr>
              <a:xfrm>
                <a:off x="2583292" y="3116700"/>
                <a:ext cx="121800" cy="22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26"/>
              <p:cNvSpPr/>
              <p:nvPr/>
            </p:nvSpPr>
            <p:spPr>
              <a:xfrm>
                <a:off x="2786842" y="3116700"/>
                <a:ext cx="121800" cy="22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26"/>
              <p:cNvSpPr/>
              <p:nvPr/>
            </p:nvSpPr>
            <p:spPr>
              <a:xfrm>
                <a:off x="1359750" y="3269075"/>
                <a:ext cx="95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26"/>
              <p:cNvSpPr/>
              <p:nvPr/>
            </p:nvSpPr>
            <p:spPr>
              <a:xfrm>
                <a:off x="2379742" y="3269075"/>
                <a:ext cx="121800" cy="22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26"/>
              <p:cNvSpPr/>
              <p:nvPr/>
            </p:nvSpPr>
            <p:spPr>
              <a:xfrm>
                <a:off x="2583292" y="3269075"/>
                <a:ext cx="121800" cy="22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26"/>
              <p:cNvSpPr/>
              <p:nvPr/>
            </p:nvSpPr>
            <p:spPr>
              <a:xfrm>
                <a:off x="2786842" y="3269075"/>
                <a:ext cx="121800" cy="22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26"/>
              <p:cNvSpPr/>
              <p:nvPr/>
            </p:nvSpPr>
            <p:spPr>
              <a:xfrm>
                <a:off x="1236725" y="2796050"/>
                <a:ext cx="986700" cy="540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26"/>
              <p:cNvSpPr/>
              <p:nvPr/>
            </p:nvSpPr>
            <p:spPr>
              <a:xfrm>
                <a:off x="1236725" y="2948425"/>
                <a:ext cx="440400" cy="540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26"/>
              <p:cNvSpPr/>
              <p:nvPr/>
            </p:nvSpPr>
            <p:spPr>
              <a:xfrm>
                <a:off x="1236725" y="3100800"/>
                <a:ext cx="619200" cy="540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26"/>
              <p:cNvSpPr/>
              <p:nvPr/>
            </p:nvSpPr>
            <p:spPr>
              <a:xfrm>
                <a:off x="1236725" y="3253175"/>
                <a:ext cx="810300" cy="54000"/>
              </a:xfrm>
              <a:prstGeom prst="rect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부제목 2">
            <a:extLst>
              <a:ext uri="{FF2B5EF4-FFF2-40B4-BE49-F238E27FC236}">
                <a16:creationId xmlns:a16="http://schemas.microsoft.com/office/drawing/2014/main" id="{E8D2A98F-8602-5945-8999-7F2621739A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2893" y="3410187"/>
            <a:ext cx="4482218" cy="1254838"/>
          </a:xfrm>
        </p:spPr>
        <p:txBody>
          <a:bodyPr/>
          <a:lstStyle/>
          <a:p>
            <a:r>
              <a:rPr lang="en-US" altLang="ko-KR" dirty="0">
                <a:latin typeface="프리젠테이션 7 Bold" pitchFamily="2" charset="-127"/>
                <a:ea typeface="프리젠테이션 7 Bold" pitchFamily="2" charset="-127"/>
              </a:rPr>
              <a:t>2</a:t>
            </a:r>
            <a:r>
              <a:rPr lang="ko-KR" altLang="en-US" dirty="0">
                <a:latin typeface="프리젠테이션 7 Bold" pitchFamily="2" charset="-127"/>
                <a:ea typeface="프리젠테이션 7 Bold" pitchFamily="2" charset="-127"/>
              </a:rPr>
              <a:t>분반 </a:t>
            </a:r>
            <a:r>
              <a:rPr lang="en-US" altLang="ko-KR" dirty="0">
                <a:latin typeface="프리젠테이션 7 Bold" pitchFamily="2" charset="-127"/>
                <a:ea typeface="프리젠테이션 7 Bold" pitchFamily="2" charset="-127"/>
              </a:rPr>
              <a:t>3</a:t>
            </a:r>
            <a:r>
              <a:rPr lang="ko-KR" altLang="en-US" dirty="0">
                <a:latin typeface="프리젠테이션 7 Bold" pitchFamily="2" charset="-127"/>
                <a:ea typeface="프리젠테이션 7 Bold" pitchFamily="2" charset="-127"/>
              </a:rPr>
              <a:t>조</a:t>
            </a:r>
            <a:endParaRPr lang="en-US" altLang="ko-KR" dirty="0">
              <a:latin typeface="프리젠테이션 7 Bold" pitchFamily="2" charset="-127"/>
              <a:ea typeface="프리젠테이션 7 Bold" pitchFamily="2" charset="-127"/>
            </a:endParaRPr>
          </a:p>
          <a:p>
            <a:endParaRPr lang="en-US" altLang="ko-KR" sz="500" dirty="0">
              <a:latin typeface="프리젠테이션 7 Bold" pitchFamily="2" charset="-127"/>
              <a:ea typeface="프리젠테이션 7 Bold" pitchFamily="2" charset="-127"/>
            </a:endParaRPr>
          </a:p>
          <a:p>
            <a:r>
              <a:rPr lang="ko-KR" altLang="en-US" dirty="0">
                <a:latin typeface="프리젠테이션 7 Bold" pitchFamily="2" charset="-127"/>
                <a:ea typeface="프리젠테이션 7 Bold" pitchFamily="2" charset="-127"/>
              </a:rPr>
              <a:t>임진호</a:t>
            </a:r>
            <a:r>
              <a:rPr lang="en-US" altLang="ko-KR" dirty="0">
                <a:latin typeface="프리젠테이션 7 Bold" pitchFamily="2" charset="-127"/>
                <a:ea typeface="프리젠테이션 7 Bold" pitchFamily="2" charset="-127"/>
              </a:rPr>
              <a:t>(20212979), </a:t>
            </a:r>
            <a:r>
              <a:rPr lang="ko-KR" altLang="en-US" dirty="0">
                <a:latin typeface="프리젠테이션 7 Bold" pitchFamily="2" charset="-127"/>
                <a:ea typeface="프리젠테이션 7 Bold" pitchFamily="2" charset="-127"/>
              </a:rPr>
              <a:t>송녕경</a:t>
            </a:r>
            <a:r>
              <a:rPr lang="en-US" altLang="ko-KR" dirty="0">
                <a:latin typeface="프리젠테이션 7 Bold" pitchFamily="2" charset="-127"/>
                <a:ea typeface="프리젠테이션 7 Bold" pitchFamily="2" charset="-127"/>
              </a:rPr>
              <a:t>(20223099),</a:t>
            </a:r>
          </a:p>
          <a:p>
            <a:r>
              <a:rPr lang="ko-KR" altLang="en-US" dirty="0" err="1">
                <a:latin typeface="프리젠테이션 7 Bold" pitchFamily="2" charset="-127"/>
                <a:ea typeface="프리젠테이션 7 Bold" pitchFamily="2" charset="-127"/>
              </a:rPr>
              <a:t>설효주</a:t>
            </a:r>
            <a:r>
              <a:rPr lang="en-US" altLang="ko-KR" dirty="0">
                <a:latin typeface="프리젠테이션 7 Bold" pitchFamily="2" charset="-127"/>
                <a:ea typeface="프리젠테이션 7 Bold" pitchFamily="2" charset="-127"/>
              </a:rPr>
              <a:t>(20233016), </a:t>
            </a:r>
            <a:r>
              <a:rPr lang="ko-KR" altLang="en-US" dirty="0" err="1">
                <a:latin typeface="프리젠테이션 7 Bold" pitchFamily="2" charset="-127"/>
                <a:ea typeface="프리젠테이션 7 Bold" pitchFamily="2" charset="-127"/>
              </a:rPr>
              <a:t>지민승</a:t>
            </a:r>
            <a:r>
              <a:rPr lang="en-US" altLang="ko-KR" dirty="0">
                <a:latin typeface="프리젠테이션 7 Bold" pitchFamily="2" charset="-127"/>
                <a:ea typeface="프리젠테이션 7 Bold" pitchFamily="2" charset="-127"/>
              </a:rPr>
              <a:t>(20212960),</a:t>
            </a:r>
          </a:p>
          <a:p>
            <a:r>
              <a:rPr lang="ko-KR" altLang="en-US" dirty="0">
                <a:latin typeface="프리젠테이션 7 Bold" pitchFamily="2" charset="-127"/>
                <a:ea typeface="프리젠테이션 7 Bold" pitchFamily="2" charset="-127"/>
              </a:rPr>
              <a:t>맹성진</a:t>
            </a:r>
            <a:r>
              <a:rPr lang="en-US" altLang="ko-KR" dirty="0">
                <a:latin typeface="프리젠테이션 7 Bold" pitchFamily="2" charset="-127"/>
                <a:ea typeface="프리젠테이션 7 Bold" pitchFamily="2" charset="-127"/>
              </a:rPr>
              <a:t>(20143273)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D0AD15-2583-26A7-4FB3-49BD19FE3D39}"/>
              </a:ext>
            </a:extLst>
          </p:cNvPr>
          <p:cNvSpPr txBox="1"/>
          <p:nvPr/>
        </p:nvSpPr>
        <p:spPr>
          <a:xfrm>
            <a:off x="6280597" y="2561804"/>
            <a:ext cx="16498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6 SemiBold" pitchFamily="2" charset="-127"/>
                <a:ea typeface="프리젠테이션 6 SemiBold" pitchFamily="2" charset="-127"/>
              </a:rPr>
              <a:t>강의실 예약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톡톡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8"/>
          <p:cNvSpPr txBox="1">
            <a:spLocks noGrp="1"/>
          </p:cNvSpPr>
          <p:nvPr>
            <p:ph type="title"/>
          </p:nvPr>
        </p:nvSpPr>
        <p:spPr>
          <a:xfrm>
            <a:off x="722400" y="386382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latin typeface="프리젠테이션 8 ExtraBold" pitchFamily="2" charset="-127"/>
                <a:ea typeface="프리젠테이션 8 ExtraBold" pitchFamily="2" charset="-127"/>
              </a:rPr>
              <a:t>목차</a:t>
            </a:r>
            <a:endParaRPr sz="3000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01" name="Google Shape;501;p28"/>
          <p:cNvSpPr txBox="1">
            <a:spLocks noGrp="1"/>
          </p:cNvSpPr>
          <p:nvPr>
            <p:ph type="title" idx="2"/>
          </p:nvPr>
        </p:nvSpPr>
        <p:spPr>
          <a:xfrm>
            <a:off x="852950" y="1262822"/>
            <a:ext cx="5949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프리젠테이션 7 Bold" pitchFamily="2" charset="-127"/>
                <a:ea typeface="프리젠테이션 7 Bold" pitchFamily="2" charset="-127"/>
              </a:rPr>
              <a:t>01</a:t>
            </a:r>
            <a:endParaRPr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502" name="Google Shape;502;p28"/>
          <p:cNvSpPr txBox="1">
            <a:spLocks noGrp="1"/>
          </p:cNvSpPr>
          <p:nvPr>
            <p:ph type="subTitle" idx="1"/>
          </p:nvPr>
        </p:nvSpPr>
        <p:spPr>
          <a:xfrm>
            <a:off x="1586026" y="1262822"/>
            <a:ext cx="27924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latin typeface="프리젠테이션 7 Bold" pitchFamily="2" charset="-127"/>
                <a:ea typeface="프리젠테이션 7 Bold" pitchFamily="2" charset="-127"/>
              </a:rPr>
              <a:t>프로젝트 소개</a:t>
            </a:r>
            <a:endParaRPr sz="20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503" name="Google Shape;503;p28"/>
          <p:cNvSpPr txBox="1">
            <a:spLocks noGrp="1"/>
          </p:cNvSpPr>
          <p:nvPr>
            <p:ph type="title" idx="3"/>
          </p:nvPr>
        </p:nvSpPr>
        <p:spPr>
          <a:xfrm>
            <a:off x="852950" y="1839532"/>
            <a:ext cx="5949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프리젠테이션 7 Bold" pitchFamily="2" charset="-127"/>
                <a:ea typeface="프리젠테이션 7 Bold" pitchFamily="2" charset="-127"/>
              </a:rPr>
              <a:t>02</a:t>
            </a:r>
            <a:endParaRPr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504" name="Google Shape;504;p28"/>
          <p:cNvSpPr txBox="1">
            <a:spLocks noGrp="1"/>
          </p:cNvSpPr>
          <p:nvPr>
            <p:ph type="subTitle" idx="4"/>
          </p:nvPr>
        </p:nvSpPr>
        <p:spPr>
          <a:xfrm>
            <a:off x="1586026" y="1839532"/>
            <a:ext cx="27924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latin typeface="프리젠테이션 7 Bold" pitchFamily="2" charset="-127"/>
                <a:ea typeface="프리젠테이션 7 Bold" pitchFamily="2" charset="-127"/>
              </a:rPr>
              <a:t>주요 기술 및 도구</a:t>
            </a:r>
          </a:p>
        </p:txBody>
      </p:sp>
      <p:sp>
        <p:nvSpPr>
          <p:cNvPr id="505" name="Google Shape;505;p28"/>
          <p:cNvSpPr txBox="1">
            <a:spLocks noGrp="1"/>
          </p:cNvSpPr>
          <p:nvPr>
            <p:ph type="title" idx="5"/>
          </p:nvPr>
        </p:nvSpPr>
        <p:spPr>
          <a:xfrm>
            <a:off x="852950" y="2416242"/>
            <a:ext cx="5949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프리젠테이션 7 Bold" pitchFamily="2" charset="-127"/>
                <a:ea typeface="프리젠테이션 7 Bold" pitchFamily="2" charset="-127"/>
              </a:rPr>
              <a:t>03</a:t>
            </a:r>
            <a:endParaRPr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506" name="Google Shape;506;p28"/>
          <p:cNvSpPr txBox="1">
            <a:spLocks noGrp="1"/>
          </p:cNvSpPr>
          <p:nvPr>
            <p:ph type="subTitle" idx="6"/>
          </p:nvPr>
        </p:nvSpPr>
        <p:spPr>
          <a:xfrm>
            <a:off x="1586026" y="2416242"/>
            <a:ext cx="27924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latin typeface="프리젠테이션 7 Bold" pitchFamily="2" charset="-127"/>
                <a:ea typeface="프리젠테이션 7 Bold" pitchFamily="2" charset="-127"/>
              </a:rPr>
              <a:t>시스템 구성도</a:t>
            </a:r>
            <a:endParaRPr sz="20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507" name="Google Shape;507;p28"/>
          <p:cNvSpPr txBox="1">
            <a:spLocks noGrp="1"/>
          </p:cNvSpPr>
          <p:nvPr>
            <p:ph type="title" idx="7"/>
          </p:nvPr>
        </p:nvSpPr>
        <p:spPr>
          <a:xfrm>
            <a:off x="852950" y="2992951"/>
            <a:ext cx="5949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프리젠테이션 7 Bold" pitchFamily="2" charset="-127"/>
                <a:ea typeface="프리젠테이션 7 Bold" pitchFamily="2" charset="-127"/>
              </a:rPr>
              <a:t>04</a:t>
            </a:r>
            <a:endParaRPr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508" name="Google Shape;508;p28"/>
          <p:cNvSpPr txBox="1">
            <a:spLocks noGrp="1"/>
          </p:cNvSpPr>
          <p:nvPr>
            <p:ph type="subTitle" idx="8"/>
          </p:nvPr>
        </p:nvSpPr>
        <p:spPr>
          <a:xfrm>
            <a:off x="1586075" y="2992951"/>
            <a:ext cx="27924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latin typeface="프리젠테이션 7 Bold" pitchFamily="2" charset="-127"/>
                <a:ea typeface="프리젠테이션 7 Bold" pitchFamily="2" charset="-127"/>
              </a:rPr>
              <a:t>주요 기능 소개</a:t>
            </a:r>
            <a:endParaRPr sz="20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509" name="Google Shape;509;p28"/>
          <p:cNvSpPr txBox="1">
            <a:spLocks noGrp="1"/>
          </p:cNvSpPr>
          <p:nvPr>
            <p:ph type="title" idx="9"/>
          </p:nvPr>
        </p:nvSpPr>
        <p:spPr>
          <a:xfrm>
            <a:off x="852950" y="3569661"/>
            <a:ext cx="5949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프리젠테이션 7 Bold" pitchFamily="2" charset="-127"/>
                <a:ea typeface="프리젠테이션 7 Bold" pitchFamily="2" charset="-127"/>
              </a:rPr>
              <a:t>05</a:t>
            </a:r>
            <a:endParaRPr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510" name="Google Shape;510;p28"/>
          <p:cNvSpPr txBox="1">
            <a:spLocks noGrp="1"/>
          </p:cNvSpPr>
          <p:nvPr>
            <p:ph type="subTitle" idx="13"/>
          </p:nvPr>
        </p:nvSpPr>
        <p:spPr>
          <a:xfrm>
            <a:off x="1586075" y="3569661"/>
            <a:ext cx="27924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latin typeface="프리젠테이션 7 Bold" pitchFamily="2" charset="-127"/>
                <a:ea typeface="프리젠테이션 7 Bold" pitchFamily="2" charset="-127"/>
              </a:rPr>
              <a:t>개발 일정 평가</a:t>
            </a:r>
            <a:endParaRPr sz="20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511" name="Google Shape;511;p28"/>
          <p:cNvSpPr txBox="1">
            <a:spLocks noGrp="1"/>
          </p:cNvSpPr>
          <p:nvPr>
            <p:ph type="title" idx="14"/>
          </p:nvPr>
        </p:nvSpPr>
        <p:spPr>
          <a:xfrm>
            <a:off x="852950" y="4146371"/>
            <a:ext cx="5949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프리젠테이션 7 Bold" pitchFamily="2" charset="-127"/>
                <a:ea typeface="프리젠테이션 7 Bold" pitchFamily="2" charset="-127"/>
              </a:rPr>
              <a:t>06</a:t>
            </a:r>
            <a:endParaRPr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512" name="Google Shape;512;p28"/>
          <p:cNvSpPr txBox="1">
            <a:spLocks noGrp="1"/>
          </p:cNvSpPr>
          <p:nvPr>
            <p:ph type="subTitle" idx="15"/>
          </p:nvPr>
        </p:nvSpPr>
        <p:spPr>
          <a:xfrm>
            <a:off x="1586075" y="4146371"/>
            <a:ext cx="2792400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latin typeface="프리젠테이션 7 Bold" pitchFamily="2" charset="-127"/>
                <a:ea typeface="프리젠테이션 7 Bold" pitchFamily="2" charset="-127"/>
              </a:rPr>
              <a:t>완성도 평가 </a:t>
            </a:r>
            <a:endParaRPr sz="20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grpSp>
        <p:nvGrpSpPr>
          <p:cNvPr id="513" name="Google Shape;513;p28"/>
          <p:cNvGrpSpPr/>
          <p:nvPr/>
        </p:nvGrpSpPr>
        <p:grpSpPr>
          <a:xfrm>
            <a:off x="5315728" y="1335887"/>
            <a:ext cx="3220731" cy="2868714"/>
            <a:chOff x="5315728" y="1335887"/>
            <a:chExt cx="3220731" cy="2868714"/>
          </a:xfrm>
        </p:grpSpPr>
        <p:grpSp>
          <p:nvGrpSpPr>
            <p:cNvPr id="514" name="Google Shape;514;p28"/>
            <p:cNvGrpSpPr/>
            <p:nvPr/>
          </p:nvGrpSpPr>
          <p:grpSpPr>
            <a:xfrm>
              <a:off x="5315728" y="1335887"/>
              <a:ext cx="3220731" cy="2868714"/>
              <a:chOff x="5904040" y="956250"/>
              <a:chExt cx="1186535" cy="1056850"/>
            </a:xfrm>
          </p:grpSpPr>
          <p:sp>
            <p:nvSpPr>
              <p:cNvPr id="515" name="Google Shape;515;p28"/>
              <p:cNvSpPr/>
              <p:nvPr/>
            </p:nvSpPr>
            <p:spPr>
              <a:xfrm>
                <a:off x="6166025" y="1087850"/>
                <a:ext cx="6670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6681" h="1" fill="none" extrusionOk="0">
                    <a:moveTo>
                      <a:pt x="1" y="0"/>
                    </a:moveTo>
                    <a:lnTo>
                      <a:pt x="2668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8"/>
              <p:cNvSpPr/>
              <p:nvPr/>
            </p:nvSpPr>
            <p:spPr>
              <a:xfrm>
                <a:off x="6104716" y="1423497"/>
                <a:ext cx="491741" cy="394457"/>
              </a:xfrm>
              <a:custGeom>
                <a:avLst/>
                <a:gdLst/>
                <a:ahLst/>
                <a:cxnLst/>
                <a:rect l="l" t="t" r="r" b="b"/>
                <a:pathLst>
                  <a:path w="20972" h="16823" fill="none" extrusionOk="0">
                    <a:moveTo>
                      <a:pt x="0" y="1"/>
                    </a:moveTo>
                    <a:lnTo>
                      <a:pt x="0" y="16823"/>
                    </a:lnTo>
                    <a:lnTo>
                      <a:pt x="20971" y="1682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8"/>
              <p:cNvSpPr/>
              <p:nvPr/>
            </p:nvSpPr>
            <p:spPr>
              <a:xfrm>
                <a:off x="6429950" y="1194400"/>
                <a:ext cx="454125" cy="815850"/>
              </a:xfrm>
              <a:custGeom>
                <a:avLst/>
                <a:gdLst/>
                <a:ahLst/>
                <a:cxnLst/>
                <a:rect l="l" t="t" r="r" b="b"/>
                <a:pathLst>
                  <a:path w="18165" h="32634" extrusionOk="0">
                    <a:moveTo>
                      <a:pt x="1172" y="1"/>
                    </a:moveTo>
                    <a:cubicBezTo>
                      <a:pt x="520" y="1"/>
                      <a:pt x="0" y="530"/>
                      <a:pt x="0" y="1173"/>
                    </a:cubicBezTo>
                    <a:lnTo>
                      <a:pt x="0" y="31452"/>
                    </a:lnTo>
                    <a:cubicBezTo>
                      <a:pt x="0" y="32104"/>
                      <a:pt x="520" y="32634"/>
                      <a:pt x="1172" y="32634"/>
                    </a:cubicBezTo>
                    <a:lnTo>
                      <a:pt x="16993" y="32634"/>
                    </a:lnTo>
                    <a:cubicBezTo>
                      <a:pt x="17645" y="32634"/>
                      <a:pt x="18164" y="32104"/>
                      <a:pt x="18164" y="31452"/>
                    </a:cubicBezTo>
                    <a:lnTo>
                      <a:pt x="18164" y="1173"/>
                    </a:lnTo>
                    <a:cubicBezTo>
                      <a:pt x="18164" y="530"/>
                      <a:pt x="17645" y="1"/>
                      <a:pt x="1699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8"/>
              <p:cNvSpPr/>
              <p:nvPr/>
            </p:nvSpPr>
            <p:spPr>
              <a:xfrm>
                <a:off x="6429950" y="1194400"/>
                <a:ext cx="454125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18165" h="4320" extrusionOk="0">
                    <a:moveTo>
                      <a:pt x="1172" y="1"/>
                    </a:moveTo>
                    <a:cubicBezTo>
                      <a:pt x="530" y="1"/>
                      <a:pt x="0" y="530"/>
                      <a:pt x="0" y="1173"/>
                    </a:cubicBezTo>
                    <a:lnTo>
                      <a:pt x="0" y="4320"/>
                    </a:lnTo>
                    <a:lnTo>
                      <a:pt x="18164" y="4320"/>
                    </a:lnTo>
                    <a:lnTo>
                      <a:pt x="18164" y="1173"/>
                    </a:lnTo>
                    <a:cubicBezTo>
                      <a:pt x="18164" y="530"/>
                      <a:pt x="17635" y="1"/>
                      <a:pt x="1699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8"/>
              <p:cNvSpPr/>
              <p:nvPr/>
            </p:nvSpPr>
            <p:spPr>
              <a:xfrm>
                <a:off x="6429950" y="1905100"/>
                <a:ext cx="454125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18165" h="4320" extrusionOk="0">
                    <a:moveTo>
                      <a:pt x="0" y="0"/>
                    </a:moveTo>
                    <a:lnTo>
                      <a:pt x="0" y="3138"/>
                    </a:lnTo>
                    <a:cubicBezTo>
                      <a:pt x="0" y="3790"/>
                      <a:pt x="530" y="4319"/>
                      <a:pt x="1172" y="4319"/>
                    </a:cubicBezTo>
                    <a:lnTo>
                      <a:pt x="16993" y="4319"/>
                    </a:lnTo>
                    <a:cubicBezTo>
                      <a:pt x="17635" y="4319"/>
                      <a:pt x="18164" y="3790"/>
                      <a:pt x="18164" y="3138"/>
                    </a:cubicBezTo>
                    <a:lnTo>
                      <a:pt x="1816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8"/>
              <p:cNvSpPr/>
              <p:nvPr/>
            </p:nvSpPr>
            <p:spPr>
              <a:xfrm>
                <a:off x="6586825" y="1239050"/>
                <a:ext cx="140125" cy="12325"/>
              </a:xfrm>
              <a:custGeom>
                <a:avLst/>
                <a:gdLst/>
                <a:ahLst/>
                <a:cxnLst/>
                <a:rect l="l" t="t" r="r" b="b"/>
                <a:pathLst>
                  <a:path w="5605" h="493" extrusionOk="0">
                    <a:moveTo>
                      <a:pt x="1" y="1"/>
                    </a:moveTo>
                    <a:lnTo>
                      <a:pt x="1" y="492"/>
                    </a:lnTo>
                    <a:lnTo>
                      <a:pt x="5605" y="492"/>
                    </a:lnTo>
                    <a:lnTo>
                      <a:pt x="560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8"/>
              <p:cNvSpPr/>
              <p:nvPr/>
            </p:nvSpPr>
            <p:spPr>
              <a:xfrm>
                <a:off x="6623675" y="1925875"/>
                <a:ext cx="66425" cy="66425"/>
              </a:xfrm>
              <a:custGeom>
                <a:avLst/>
                <a:gdLst/>
                <a:ahLst/>
                <a:cxnLst/>
                <a:rect l="l" t="t" r="r" b="b"/>
                <a:pathLst>
                  <a:path w="2657" h="2657" extrusionOk="0">
                    <a:moveTo>
                      <a:pt x="1333" y="1"/>
                    </a:moveTo>
                    <a:cubicBezTo>
                      <a:pt x="596" y="1"/>
                      <a:pt x="1" y="596"/>
                      <a:pt x="1" y="1324"/>
                    </a:cubicBezTo>
                    <a:cubicBezTo>
                      <a:pt x="1" y="2061"/>
                      <a:pt x="596" y="2656"/>
                      <a:pt x="1333" y="2656"/>
                    </a:cubicBezTo>
                    <a:cubicBezTo>
                      <a:pt x="2071" y="2656"/>
                      <a:pt x="2656" y="2061"/>
                      <a:pt x="2656" y="1324"/>
                    </a:cubicBezTo>
                    <a:cubicBezTo>
                      <a:pt x="2656" y="596"/>
                      <a:pt x="2071" y="1"/>
                      <a:pt x="133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8"/>
              <p:cNvSpPr/>
              <p:nvPr/>
            </p:nvSpPr>
            <p:spPr>
              <a:xfrm>
                <a:off x="6200775" y="1796175"/>
                <a:ext cx="43950" cy="43725"/>
              </a:xfrm>
              <a:custGeom>
                <a:avLst/>
                <a:gdLst/>
                <a:ahLst/>
                <a:cxnLst/>
                <a:rect l="l" t="t" r="r" b="b"/>
                <a:pathLst>
                  <a:path w="1758" h="1749" extrusionOk="0">
                    <a:moveTo>
                      <a:pt x="879" y="0"/>
                    </a:moveTo>
                    <a:cubicBezTo>
                      <a:pt x="397" y="0"/>
                      <a:pt x="0" y="388"/>
                      <a:pt x="0" y="870"/>
                    </a:cubicBezTo>
                    <a:cubicBezTo>
                      <a:pt x="0" y="1361"/>
                      <a:pt x="397" y="1749"/>
                      <a:pt x="879" y="1749"/>
                    </a:cubicBezTo>
                    <a:cubicBezTo>
                      <a:pt x="1361" y="1749"/>
                      <a:pt x="1758" y="1361"/>
                      <a:pt x="1758" y="870"/>
                    </a:cubicBezTo>
                    <a:cubicBezTo>
                      <a:pt x="1758" y="388"/>
                      <a:pt x="1361" y="0"/>
                      <a:pt x="87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8"/>
              <p:cNvSpPr/>
              <p:nvPr/>
            </p:nvSpPr>
            <p:spPr>
              <a:xfrm>
                <a:off x="6421200" y="1063975"/>
                <a:ext cx="43975" cy="43975"/>
              </a:xfrm>
              <a:custGeom>
                <a:avLst/>
                <a:gdLst/>
                <a:ahLst/>
                <a:cxnLst/>
                <a:rect l="l" t="t" r="r" b="b"/>
                <a:pathLst>
                  <a:path w="1759" h="1759" extrusionOk="0">
                    <a:moveTo>
                      <a:pt x="880" y="1"/>
                    </a:moveTo>
                    <a:cubicBezTo>
                      <a:pt x="398" y="1"/>
                      <a:pt x="1" y="398"/>
                      <a:pt x="1" y="880"/>
                    </a:cubicBezTo>
                    <a:cubicBezTo>
                      <a:pt x="1" y="1362"/>
                      <a:pt x="398" y="1759"/>
                      <a:pt x="880" y="1759"/>
                    </a:cubicBezTo>
                    <a:cubicBezTo>
                      <a:pt x="1371" y="1759"/>
                      <a:pt x="1758" y="1362"/>
                      <a:pt x="1758" y="880"/>
                    </a:cubicBezTo>
                    <a:cubicBezTo>
                      <a:pt x="1758" y="398"/>
                      <a:pt x="1371" y="1"/>
                      <a:pt x="88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8"/>
              <p:cNvSpPr/>
              <p:nvPr/>
            </p:nvSpPr>
            <p:spPr>
              <a:xfrm>
                <a:off x="5904040" y="1002127"/>
                <a:ext cx="454097" cy="265480"/>
              </a:xfrm>
              <a:custGeom>
                <a:avLst/>
                <a:gdLst/>
                <a:ahLst/>
                <a:cxnLst/>
                <a:rect l="l" t="t" r="r" b="b"/>
                <a:pathLst>
                  <a:path w="24280" h="14193" extrusionOk="0">
                    <a:moveTo>
                      <a:pt x="11171" y="0"/>
                    </a:moveTo>
                    <a:cubicBezTo>
                      <a:pt x="8128" y="0"/>
                      <a:pt x="5661" y="2457"/>
                      <a:pt x="5642" y="5491"/>
                    </a:cubicBezTo>
                    <a:cubicBezTo>
                      <a:pt x="5255" y="5387"/>
                      <a:pt x="4858" y="5321"/>
                      <a:pt x="4442" y="5321"/>
                    </a:cubicBezTo>
                    <a:cubicBezTo>
                      <a:pt x="1985" y="5321"/>
                      <a:pt x="0" y="7305"/>
                      <a:pt x="0" y="9763"/>
                    </a:cubicBezTo>
                    <a:cubicBezTo>
                      <a:pt x="0" y="12210"/>
                      <a:pt x="1853" y="14053"/>
                      <a:pt x="4178" y="14185"/>
                    </a:cubicBezTo>
                    <a:cubicBezTo>
                      <a:pt x="4220" y="14190"/>
                      <a:pt x="8376" y="14193"/>
                      <a:pt x="12532" y="14193"/>
                    </a:cubicBezTo>
                    <a:cubicBezTo>
                      <a:pt x="16688" y="14193"/>
                      <a:pt x="20844" y="14190"/>
                      <a:pt x="20886" y="14185"/>
                    </a:cubicBezTo>
                    <a:lnTo>
                      <a:pt x="20990" y="14185"/>
                    </a:lnTo>
                    <a:lnTo>
                      <a:pt x="20990" y="14176"/>
                    </a:lnTo>
                    <a:cubicBezTo>
                      <a:pt x="22833" y="13996"/>
                      <a:pt x="24279" y="12437"/>
                      <a:pt x="24279" y="10547"/>
                    </a:cubicBezTo>
                    <a:cubicBezTo>
                      <a:pt x="24279" y="8865"/>
                      <a:pt x="23145" y="7457"/>
                      <a:pt x="21614" y="7031"/>
                    </a:cubicBezTo>
                    <a:cubicBezTo>
                      <a:pt x="21614" y="6994"/>
                      <a:pt x="21614" y="6965"/>
                      <a:pt x="21614" y="6937"/>
                    </a:cubicBezTo>
                    <a:cubicBezTo>
                      <a:pt x="21614" y="4924"/>
                      <a:pt x="19979" y="3289"/>
                      <a:pt x="17957" y="3289"/>
                    </a:cubicBezTo>
                    <a:cubicBezTo>
                      <a:pt x="17390" y="3289"/>
                      <a:pt x="16860" y="3421"/>
                      <a:pt x="16378" y="3648"/>
                    </a:cubicBezTo>
                    <a:cubicBezTo>
                      <a:pt x="15613" y="1522"/>
                      <a:pt x="13572" y="0"/>
                      <a:pt x="1117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8"/>
              <p:cNvSpPr/>
              <p:nvPr/>
            </p:nvSpPr>
            <p:spPr>
              <a:xfrm>
                <a:off x="6029897" y="1217071"/>
                <a:ext cx="149377" cy="217614"/>
              </a:xfrm>
              <a:custGeom>
                <a:avLst/>
                <a:gdLst/>
                <a:ahLst/>
                <a:cxnLst/>
                <a:rect l="l" t="t" r="r" b="b"/>
                <a:pathLst>
                  <a:path w="7987" h="11634" extrusionOk="0">
                    <a:moveTo>
                      <a:pt x="2552" y="0"/>
                    </a:moveTo>
                    <a:lnTo>
                      <a:pt x="2552" y="6398"/>
                    </a:lnTo>
                    <a:lnTo>
                      <a:pt x="0" y="6398"/>
                    </a:lnTo>
                    <a:lnTo>
                      <a:pt x="1994" y="9016"/>
                    </a:lnTo>
                    <a:lnTo>
                      <a:pt x="3998" y="11634"/>
                    </a:lnTo>
                    <a:lnTo>
                      <a:pt x="5992" y="9016"/>
                    </a:lnTo>
                    <a:lnTo>
                      <a:pt x="7986" y="6398"/>
                    </a:lnTo>
                    <a:lnTo>
                      <a:pt x="5434" y="6398"/>
                    </a:lnTo>
                    <a:lnTo>
                      <a:pt x="543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8"/>
              <p:cNvSpPr/>
              <p:nvPr/>
            </p:nvSpPr>
            <p:spPr>
              <a:xfrm>
                <a:off x="6082753" y="1118783"/>
                <a:ext cx="149545" cy="217633"/>
              </a:xfrm>
              <a:custGeom>
                <a:avLst/>
                <a:gdLst/>
                <a:ahLst/>
                <a:cxnLst/>
                <a:rect l="l" t="t" r="r" b="b"/>
                <a:pathLst>
                  <a:path w="7996" h="11635" extrusionOk="0">
                    <a:moveTo>
                      <a:pt x="3998" y="0"/>
                    </a:moveTo>
                    <a:lnTo>
                      <a:pt x="2004" y="2618"/>
                    </a:lnTo>
                    <a:lnTo>
                      <a:pt x="0" y="5236"/>
                    </a:lnTo>
                    <a:lnTo>
                      <a:pt x="2561" y="5236"/>
                    </a:lnTo>
                    <a:lnTo>
                      <a:pt x="2561" y="11634"/>
                    </a:lnTo>
                    <a:lnTo>
                      <a:pt x="5434" y="11634"/>
                    </a:lnTo>
                    <a:lnTo>
                      <a:pt x="5434" y="5236"/>
                    </a:lnTo>
                    <a:lnTo>
                      <a:pt x="7995" y="5236"/>
                    </a:lnTo>
                    <a:lnTo>
                      <a:pt x="5992" y="2618"/>
                    </a:lnTo>
                    <a:lnTo>
                      <a:pt x="3998" y="0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8"/>
              <p:cNvSpPr/>
              <p:nvPr/>
            </p:nvSpPr>
            <p:spPr>
              <a:xfrm>
                <a:off x="6768050" y="956250"/>
                <a:ext cx="322525" cy="380650"/>
              </a:xfrm>
              <a:custGeom>
                <a:avLst/>
                <a:gdLst/>
                <a:ahLst/>
                <a:cxnLst/>
                <a:rect l="l" t="t" r="r" b="b"/>
                <a:pathLst>
                  <a:path w="12901" h="15226" extrusionOk="0">
                    <a:moveTo>
                      <a:pt x="0" y="0"/>
                    </a:moveTo>
                    <a:lnTo>
                      <a:pt x="0" y="15225"/>
                    </a:lnTo>
                    <a:lnTo>
                      <a:pt x="12900" y="15225"/>
                    </a:lnTo>
                    <a:lnTo>
                      <a:pt x="1290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8"/>
              <p:cNvSpPr/>
              <p:nvPr/>
            </p:nvSpPr>
            <p:spPr>
              <a:xfrm>
                <a:off x="6768050" y="956250"/>
                <a:ext cx="322525" cy="107525"/>
              </a:xfrm>
              <a:custGeom>
                <a:avLst/>
                <a:gdLst/>
                <a:ahLst/>
                <a:cxnLst/>
                <a:rect l="l" t="t" r="r" b="b"/>
                <a:pathLst>
                  <a:path w="12901" h="4301" extrusionOk="0">
                    <a:moveTo>
                      <a:pt x="0" y="0"/>
                    </a:moveTo>
                    <a:lnTo>
                      <a:pt x="0" y="4300"/>
                    </a:lnTo>
                    <a:lnTo>
                      <a:pt x="12900" y="4300"/>
                    </a:lnTo>
                    <a:lnTo>
                      <a:pt x="1290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8"/>
              <p:cNvSpPr/>
              <p:nvPr/>
            </p:nvSpPr>
            <p:spPr>
              <a:xfrm>
                <a:off x="6865150" y="990975"/>
                <a:ext cx="33325" cy="4750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190" extrusionOk="0">
                    <a:moveTo>
                      <a:pt x="0" y="1"/>
                    </a:moveTo>
                    <a:lnTo>
                      <a:pt x="0" y="190"/>
                    </a:lnTo>
                    <a:lnTo>
                      <a:pt x="1333" y="190"/>
                    </a:lnTo>
                    <a:lnTo>
                      <a:pt x="133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8"/>
              <p:cNvSpPr/>
              <p:nvPr/>
            </p:nvSpPr>
            <p:spPr>
              <a:xfrm>
                <a:off x="6865150" y="999475"/>
                <a:ext cx="72800" cy="5000"/>
              </a:xfrm>
              <a:custGeom>
                <a:avLst/>
                <a:gdLst/>
                <a:ahLst/>
                <a:cxnLst/>
                <a:rect l="l" t="t" r="r" b="b"/>
                <a:pathLst>
                  <a:path w="2912" h="200" extrusionOk="0">
                    <a:moveTo>
                      <a:pt x="2911" y="1"/>
                    </a:moveTo>
                    <a:lnTo>
                      <a:pt x="0" y="10"/>
                    </a:lnTo>
                    <a:lnTo>
                      <a:pt x="0" y="199"/>
                    </a:lnTo>
                    <a:lnTo>
                      <a:pt x="2911" y="190"/>
                    </a:lnTo>
                    <a:lnTo>
                      <a:pt x="291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8"/>
              <p:cNvSpPr/>
              <p:nvPr/>
            </p:nvSpPr>
            <p:spPr>
              <a:xfrm>
                <a:off x="6865150" y="1008000"/>
                <a:ext cx="72800" cy="4975"/>
              </a:xfrm>
              <a:custGeom>
                <a:avLst/>
                <a:gdLst/>
                <a:ahLst/>
                <a:cxnLst/>
                <a:rect l="l" t="t" r="r" b="b"/>
                <a:pathLst>
                  <a:path w="2912" h="199" extrusionOk="0">
                    <a:moveTo>
                      <a:pt x="2911" y="0"/>
                    </a:moveTo>
                    <a:lnTo>
                      <a:pt x="0" y="10"/>
                    </a:lnTo>
                    <a:lnTo>
                      <a:pt x="0" y="199"/>
                    </a:lnTo>
                    <a:lnTo>
                      <a:pt x="2911" y="189"/>
                    </a:lnTo>
                    <a:lnTo>
                      <a:pt x="29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8"/>
              <p:cNvSpPr/>
              <p:nvPr/>
            </p:nvSpPr>
            <p:spPr>
              <a:xfrm>
                <a:off x="6797575" y="980100"/>
                <a:ext cx="44675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1788" extrusionOk="0">
                    <a:moveTo>
                      <a:pt x="1" y="1"/>
                    </a:moveTo>
                    <a:lnTo>
                      <a:pt x="1" y="1787"/>
                    </a:lnTo>
                    <a:lnTo>
                      <a:pt x="1787" y="1787"/>
                    </a:lnTo>
                    <a:lnTo>
                      <a:pt x="178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3" name="Google Shape;533;p28"/>
            <p:cNvSpPr/>
            <p:nvPr/>
          </p:nvSpPr>
          <p:spPr>
            <a:xfrm>
              <a:off x="6889327" y="2435822"/>
              <a:ext cx="424200" cy="8547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8"/>
            <p:cNvSpPr/>
            <p:nvPr/>
          </p:nvSpPr>
          <p:spPr>
            <a:xfrm>
              <a:off x="6889327" y="3369472"/>
              <a:ext cx="424200" cy="375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8"/>
            <p:cNvSpPr/>
            <p:nvPr/>
          </p:nvSpPr>
          <p:spPr>
            <a:xfrm>
              <a:off x="7404727" y="3085847"/>
              <a:ext cx="424200" cy="6588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8"/>
            <p:cNvSpPr/>
            <p:nvPr/>
          </p:nvSpPr>
          <p:spPr>
            <a:xfrm>
              <a:off x="7404727" y="2435822"/>
              <a:ext cx="424200" cy="5727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7" name="Google Shape;537;p28"/>
            <p:cNvGrpSpPr/>
            <p:nvPr/>
          </p:nvGrpSpPr>
          <p:grpSpPr>
            <a:xfrm>
              <a:off x="7734601" y="1755675"/>
              <a:ext cx="733472" cy="511125"/>
              <a:chOff x="7734601" y="1755675"/>
              <a:chExt cx="733472" cy="511125"/>
            </a:xfrm>
          </p:grpSpPr>
          <p:sp>
            <p:nvSpPr>
              <p:cNvPr id="538" name="Google Shape;538;p28"/>
              <p:cNvSpPr/>
              <p:nvPr/>
            </p:nvSpPr>
            <p:spPr>
              <a:xfrm>
                <a:off x="7818273" y="1771575"/>
                <a:ext cx="6498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28"/>
              <p:cNvSpPr/>
              <p:nvPr/>
            </p:nvSpPr>
            <p:spPr>
              <a:xfrm>
                <a:off x="7818273" y="1923950"/>
                <a:ext cx="6498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28"/>
              <p:cNvSpPr/>
              <p:nvPr/>
            </p:nvSpPr>
            <p:spPr>
              <a:xfrm>
                <a:off x="7818273" y="2076325"/>
                <a:ext cx="6498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28"/>
              <p:cNvSpPr/>
              <p:nvPr/>
            </p:nvSpPr>
            <p:spPr>
              <a:xfrm>
                <a:off x="7818273" y="2228700"/>
                <a:ext cx="6498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28"/>
              <p:cNvSpPr/>
              <p:nvPr/>
            </p:nvSpPr>
            <p:spPr>
              <a:xfrm>
                <a:off x="7734601" y="1755675"/>
                <a:ext cx="671100" cy="540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28"/>
              <p:cNvSpPr/>
              <p:nvPr/>
            </p:nvSpPr>
            <p:spPr>
              <a:xfrm>
                <a:off x="7734601" y="1908050"/>
                <a:ext cx="299400" cy="540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28"/>
              <p:cNvSpPr/>
              <p:nvPr/>
            </p:nvSpPr>
            <p:spPr>
              <a:xfrm>
                <a:off x="7734601" y="2060425"/>
                <a:ext cx="421200" cy="540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28"/>
              <p:cNvSpPr/>
              <p:nvPr/>
            </p:nvSpPr>
            <p:spPr>
              <a:xfrm>
                <a:off x="7734601" y="2212800"/>
                <a:ext cx="551100" cy="54000"/>
              </a:xfrm>
              <a:prstGeom prst="rect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0"/>
          <p:cNvSpPr txBox="1">
            <a:spLocks noGrp="1"/>
          </p:cNvSpPr>
          <p:nvPr>
            <p:ph type="title"/>
          </p:nvPr>
        </p:nvSpPr>
        <p:spPr>
          <a:xfrm>
            <a:off x="722375" y="2600850"/>
            <a:ext cx="3473400" cy="7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프리젠테이션 7 Bold" pitchFamily="2" charset="-127"/>
                <a:ea typeface="프리젠테이션 7 Bold" pitchFamily="2" charset="-127"/>
              </a:rPr>
              <a:t>프로젝트 소개</a:t>
            </a:r>
            <a:endParaRPr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603" name="Google Shape;603;p30"/>
          <p:cNvSpPr txBox="1">
            <a:spLocks noGrp="1"/>
          </p:cNvSpPr>
          <p:nvPr>
            <p:ph type="title" idx="2"/>
          </p:nvPr>
        </p:nvSpPr>
        <p:spPr>
          <a:xfrm>
            <a:off x="3101075" y="1759050"/>
            <a:ext cx="1094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프리젠테이션 7 Bold" pitchFamily="2" charset="-127"/>
                <a:ea typeface="프리젠테이션 7 Bold" pitchFamily="2" charset="-127"/>
              </a:rPr>
              <a:t>01</a:t>
            </a:r>
            <a:endParaRPr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grpSp>
        <p:nvGrpSpPr>
          <p:cNvPr id="604" name="Google Shape;604;p30"/>
          <p:cNvGrpSpPr/>
          <p:nvPr/>
        </p:nvGrpSpPr>
        <p:grpSpPr>
          <a:xfrm>
            <a:off x="4650882" y="579112"/>
            <a:ext cx="4163279" cy="3520343"/>
            <a:chOff x="4650882" y="579112"/>
            <a:chExt cx="4163279" cy="3520343"/>
          </a:xfrm>
        </p:grpSpPr>
        <p:cxnSp>
          <p:nvCxnSpPr>
            <p:cNvPr id="605" name="Google Shape;605;p30"/>
            <p:cNvCxnSpPr/>
            <p:nvPr/>
          </p:nvCxnSpPr>
          <p:spPr>
            <a:xfrm rot="10800000" flipH="1">
              <a:off x="6811025" y="1213575"/>
              <a:ext cx="704700" cy="71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06" name="Google Shape;606;p30"/>
            <p:cNvGrpSpPr/>
            <p:nvPr/>
          </p:nvGrpSpPr>
          <p:grpSpPr>
            <a:xfrm>
              <a:off x="4937665" y="1388258"/>
              <a:ext cx="3876496" cy="2711197"/>
              <a:chOff x="5731926" y="1591700"/>
              <a:chExt cx="3294939" cy="2304460"/>
            </a:xfrm>
          </p:grpSpPr>
          <p:sp>
            <p:nvSpPr>
              <p:cNvPr id="607" name="Google Shape;607;p30"/>
              <p:cNvSpPr/>
              <p:nvPr/>
            </p:nvSpPr>
            <p:spPr>
              <a:xfrm>
                <a:off x="8136453" y="2411771"/>
                <a:ext cx="820698" cy="820729"/>
              </a:xfrm>
              <a:custGeom>
                <a:avLst/>
                <a:gdLst/>
                <a:ahLst/>
                <a:cxnLst/>
                <a:rect l="l" t="t" r="r" b="b"/>
                <a:pathLst>
                  <a:path w="12693" h="12693" extrusionOk="0">
                    <a:moveTo>
                      <a:pt x="1" y="12693"/>
                    </a:moveTo>
                    <a:lnTo>
                      <a:pt x="12693" y="1"/>
                    </a:lnTo>
                  </a:path>
                </a:pathLst>
              </a:custGeom>
              <a:solidFill>
                <a:srgbClr val="495F8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30"/>
              <p:cNvSpPr/>
              <p:nvPr/>
            </p:nvSpPr>
            <p:spPr>
              <a:xfrm>
                <a:off x="8136453" y="2411771"/>
                <a:ext cx="820698" cy="820729"/>
              </a:xfrm>
              <a:custGeom>
                <a:avLst/>
                <a:gdLst/>
                <a:ahLst/>
                <a:cxnLst/>
                <a:rect l="l" t="t" r="r" b="b"/>
                <a:pathLst>
                  <a:path w="12693" h="12693" fill="none" extrusionOk="0">
                    <a:moveTo>
                      <a:pt x="1" y="12693"/>
                    </a:moveTo>
                    <a:lnTo>
                      <a:pt x="12693" y="1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0"/>
              <p:cNvSpPr/>
              <p:nvPr/>
            </p:nvSpPr>
            <p:spPr>
              <a:xfrm>
                <a:off x="5731926" y="2259046"/>
                <a:ext cx="2396013" cy="999773"/>
              </a:xfrm>
              <a:custGeom>
                <a:avLst/>
                <a:gdLst/>
                <a:ahLst/>
                <a:cxnLst/>
                <a:rect l="l" t="t" r="r" b="b"/>
                <a:pathLst>
                  <a:path w="37057" h="15462" fill="none" extrusionOk="0">
                    <a:moveTo>
                      <a:pt x="0" y="15263"/>
                    </a:moveTo>
                    <a:lnTo>
                      <a:pt x="19771" y="0"/>
                    </a:lnTo>
                    <a:lnTo>
                      <a:pt x="37056" y="15461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30"/>
              <p:cNvSpPr/>
              <p:nvPr/>
            </p:nvSpPr>
            <p:spPr>
              <a:xfrm>
                <a:off x="6949190" y="2774121"/>
                <a:ext cx="113668" cy="1004105"/>
              </a:xfrm>
              <a:custGeom>
                <a:avLst/>
                <a:gdLst/>
                <a:ahLst/>
                <a:cxnLst/>
                <a:rect l="l" t="t" r="r" b="b"/>
                <a:pathLst>
                  <a:path w="1758" h="15529" extrusionOk="0">
                    <a:moveTo>
                      <a:pt x="0" y="1"/>
                    </a:moveTo>
                    <a:lnTo>
                      <a:pt x="0" y="15528"/>
                    </a:lnTo>
                    <a:lnTo>
                      <a:pt x="1758" y="15528"/>
                    </a:lnTo>
                    <a:lnTo>
                      <a:pt x="1758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30"/>
              <p:cNvSpPr/>
              <p:nvPr/>
            </p:nvSpPr>
            <p:spPr>
              <a:xfrm>
                <a:off x="6888088" y="3193370"/>
                <a:ext cx="235871" cy="702790"/>
              </a:xfrm>
              <a:custGeom>
                <a:avLst/>
                <a:gdLst/>
                <a:ahLst/>
                <a:cxnLst/>
                <a:rect l="l" t="t" r="r" b="b"/>
                <a:pathLst>
                  <a:path w="3648" h="10869" extrusionOk="0">
                    <a:moveTo>
                      <a:pt x="0" y="0"/>
                    </a:moveTo>
                    <a:lnTo>
                      <a:pt x="0" y="10868"/>
                    </a:lnTo>
                    <a:lnTo>
                      <a:pt x="3648" y="10868"/>
                    </a:lnTo>
                    <a:lnTo>
                      <a:pt x="3648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30"/>
              <p:cNvSpPr/>
              <p:nvPr/>
            </p:nvSpPr>
            <p:spPr>
              <a:xfrm>
                <a:off x="6888088" y="3101684"/>
                <a:ext cx="235871" cy="91753"/>
              </a:xfrm>
              <a:custGeom>
                <a:avLst/>
                <a:gdLst/>
                <a:ahLst/>
                <a:cxnLst/>
                <a:rect l="l" t="t" r="r" b="b"/>
                <a:pathLst>
                  <a:path w="3648" h="1419" extrusionOk="0">
                    <a:moveTo>
                      <a:pt x="0" y="0"/>
                    </a:moveTo>
                    <a:lnTo>
                      <a:pt x="0" y="1418"/>
                    </a:lnTo>
                    <a:lnTo>
                      <a:pt x="3648" y="1418"/>
                    </a:lnTo>
                    <a:lnTo>
                      <a:pt x="364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30"/>
              <p:cNvSpPr/>
              <p:nvPr/>
            </p:nvSpPr>
            <p:spPr>
              <a:xfrm>
                <a:off x="6377801" y="1591700"/>
                <a:ext cx="1257006" cy="1257055"/>
              </a:xfrm>
              <a:custGeom>
                <a:avLst/>
                <a:gdLst/>
                <a:ahLst/>
                <a:cxnLst/>
                <a:rect l="l" t="t" r="r" b="b"/>
                <a:pathLst>
                  <a:path w="19441" h="19441" extrusionOk="0">
                    <a:moveTo>
                      <a:pt x="9716" y="1"/>
                    </a:moveTo>
                    <a:cubicBezTo>
                      <a:pt x="4348" y="1"/>
                      <a:pt x="1" y="4348"/>
                      <a:pt x="1" y="9716"/>
                    </a:cubicBezTo>
                    <a:cubicBezTo>
                      <a:pt x="1" y="15084"/>
                      <a:pt x="4348" y="19441"/>
                      <a:pt x="9716" y="19441"/>
                    </a:cubicBezTo>
                    <a:cubicBezTo>
                      <a:pt x="15084" y="19441"/>
                      <a:pt x="19441" y="15084"/>
                      <a:pt x="19441" y="9716"/>
                    </a:cubicBezTo>
                    <a:cubicBezTo>
                      <a:pt x="19441" y="4348"/>
                      <a:pt x="15084" y="1"/>
                      <a:pt x="971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30"/>
              <p:cNvSpPr/>
              <p:nvPr/>
            </p:nvSpPr>
            <p:spPr>
              <a:xfrm>
                <a:off x="6464573" y="1678472"/>
                <a:ext cx="1082884" cy="1082926"/>
              </a:xfrm>
              <a:custGeom>
                <a:avLst/>
                <a:gdLst/>
                <a:ahLst/>
                <a:cxnLst/>
                <a:rect l="l" t="t" r="r" b="b"/>
                <a:pathLst>
                  <a:path w="16748" h="16748" extrusionOk="0">
                    <a:moveTo>
                      <a:pt x="8374" y="1"/>
                    </a:moveTo>
                    <a:cubicBezTo>
                      <a:pt x="3753" y="1"/>
                      <a:pt x="1" y="3753"/>
                      <a:pt x="1" y="8374"/>
                    </a:cubicBezTo>
                    <a:cubicBezTo>
                      <a:pt x="1" y="12996"/>
                      <a:pt x="3753" y="16747"/>
                      <a:pt x="8374" y="16747"/>
                    </a:cubicBezTo>
                    <a:cubicBezTo>
                      <a:pt x="12995" y="16747"/>
                      <a:pt x="16747" y="12996"/>
                      <a:pt x="16747" y="8374"/>
                    </a:cubicBezTo>
                    <a:cubicBezTo>
                      <a:pt x="16747" y="3753"/>
                      <a:pt x="12995" y="1"/>
                      <a:pt x="83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30"/>
              <p:cNvSpPr/>
              <p:nvPr/>
            </p:nvSpPr>
            <p:spPr>
              <a:xfrm>
                <a:off x="8889920" y="2356811"/>
                <a:ext cx="136945" cy="136950"/>
              </a:xfrm>
              <a:custGeom>
                <a:avLst/>
                <a:gdLst/>
                <a:ahLst/>
                <a:cxnLst/>
                <a:rect l="l" t="t" r="r" b="b"/>
                <a:pathLst>
                  <a:path w="2118" h="2118" extrusionOk="0">
                    <a:moveTo>
                      <a:pt x="2117" y="0"/>
                    </a:moveTo>
                    <a:lnTo>
                      <a:pt x="0" y="38"/>
                    </a:lnTo>
                    <a:lnTo>
                      <a:pt x="2089" y="2117"/>
                    </a:lnTo>
                    <a:lnTo>
                      <a:pt x="2117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30"/>
              <p:cNvSpPr/>
              <p:nvPr/>
            </p:nvSpPr>
            <p:spPr>
              <a:xfrm>
                <a:off x="6624086" y="1823309"/>
                <a:ext cx="375854" cy="767579"/>
              </a:xfrm>
              <a:custGeom>
                <a:avLst/>
                <a:gdLst/>
                <a:ahLst/>
                <a:cxnLst/>
                <a:rect l="l" t="t" r="r" b="b"/>
                <a:pathLst>
                  <a:path w="5813" h="11871" extrusionOk="0">
                    <a:moveTo>
                      <a:pt x="5812" y="1"/>
                    </a:moveTo>
                    <a:cubicBezTo>
                      <a:pt x="2590" y="67"/>
                      <a:pt x="0" y="2694"/>
                      <a:pt x="0" y="5936"/>
                    </a:cubicBezTo>
                    <a:cubicBezTo>
                      <a:pt x="0" y="9168"/>
                      <a:pt x="2590" y="11795"/>
                      <a:pt x="5812" y="11871"/>
                    </a:cubicBezTo>
                    <a:lnTo>
                      <a:pt x="5812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30"/>
              <p:cNvSpPr/>
              <p:nvPr/>
            </p:nvSpPr>
            <p:spPr>
              <a:xfrm>
                <a:off x="6994968" y="2193611"/>
                <a:ext cx="392988" cy="397271"/>
              </a:xfrm>
              <a:custGeom>
                <a:avLst/>
                <a:gdLst/>
                <a:ahLst/>
                <a:cxnLst/>
                <a:rect l="l" t="t" r="r" b="b"/>
                <a:pathLst>
                  <a:path w="6078" h="6144" extrusionOk="0">
                    <a:moveTo>
                      <a:pt x="1" y="1"/>
                    </a:moveTo>
                    <a:lnTo>
                      <a:pt x="1" y="6144"/>
                    </a:lnTo>
                    <a:lnTo>
                      <a:pt x="143" y="6144"/>
                    </a:lnTo>
                    <a:cubicBezTo>
                      <a:pt x="3422" y="6144"/>
                      <a:pt x="6078" y="3488"/>
                      <a:pt x="6078" y="209"/>
                    </a:cubicBezTo>
                    <a:cubicBezTo>
                      <a:pt x="6078" y="143"/>
                      <a:pt x="6078" y="67"/>
                      <a:pt x="607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30"/>
              <p:cNvSpPr/>
              <p:nvPr/>
            </p:nvSpPr>
            <p:spPr>
              <a:xfrm>
                <a:off x="6994968" y="1822727"/>
                <a:ext cx="392988" cy="370954"/>
              </a:xfrm>
              <a:custGeom>
                <a:avLst/>
                <a:gdLst/>
                <a:ahLst/>
                <a:cxnLst/>
                <a:rect l="l" t="t" r="r" b="b"/>
                <a:pathLst>
                  <a:path w="6078" h="5737" extrusionOk="0">
                    <a:moveTo>
                      <a:pt x="143" y="0"/>
                    </a:moveTo>
                    <a:cubicBezTo>
                      <a:pt x="95" y="0"/>
                      <a:pt x="48" y="10"/>
                      <a:pt x="1" y="10"/>
                    </a:cubicBezTo>
                    <a:lnTo>
                      <a:pt x="1" y="5737"/>
                    </a:lnTo>
                    <a:lnTo>
                      <a:pt x="6078" y="5737"/>
                    </a:lnTo>
                    <a:cubicBezTo>
                      <a:pt x="5964" y="2552"/>
                      <a:pt x="3356" y="0"/>
                      <a:pt x="1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30"/>
            <p:cNvGrpSpPr/>
            <p:nvPr/>
          </p:nvGrpSpPr>
          <p:grpSpPr>
            <a:xfrm>
              <a:off x="4650882" y="2899449"/>
              <a:ext cx="618706" cy="951917"/>
              <a:chOff x="3334313" y="1341356"/>
              <a:chExt cx="798434" cy="1228438"/>
            </a:xfrm>
          </p:grpSpPr>
          <p:sp>
            <p:nvSpPr>
              <p:cNvPr id="620" name="Google Shape;620;p30"/>
              <p:cNvSpPr/>
              <p:nvPr/>
            </p:nvSpPr>
            <p:spPr>
              <a:xfrm>
                <a:off x="3334313" y="1341356"/>
                <a:ext cx="798434" cy="999971"/>
              </a:xfrm>
              <a:custGeom>
                <a:avLst/>
                <a:gdLst/>
                <a:ahLst/>
                <a:cxnLst/>
                <a:rect l="l" t="t" r="r" b="b"/>
                <a:pathLst>
                  <a:path w="16152" h="20228" extrusionOk="0">
                    <a:moveTo>
                      <a:pt x="8144" y="1"/>
                    </a:moveTo>
                    <a:cubicBezTo>
                      <a:pt x="8069" y="1"/>
                      <a:pt x="7995" y="2"/>
                      <a:pt x="7920" y="4"/>
                    </a:cubicBezTo>
                    <a:cubicBezTo>
                      <a:pt x="3791" y="117"/>
                      <a:pt x="379" y="3444"/>
                      <a:pt x="152" y="7564"/>
                    </a:cubicBezTo>
                    <a:cubicBezTo>
                      <a:pt x="1" y="10305"/>
                      <a:pt x="1239" y="12762"/>
                      <a:pt x="3214" y="14312"/>
                    </a:cubicBezTo>
                    <a:cubicBezTo>
                      <a:pt x="3791" y="14765"/>
                      <a:pt x="4291" y="15323"/>
                      <a:pt x="4641" y="15966"/>
                    </a:cubicBezTo>
                    <a:cubicBezTo>
                      <a:pt x="4991" y="16589"/>
                      <a:pt x="5274" y="17393"/>
                      <a:pt x="5340" y="18357"/>
                    </a:cubicBezTo>
                    <a:lnTo>
                      <a:pt x="5340" y="20228"/>
                    </a:lnTo>
                    <a:lnTo>
                      <a:pt x="10945" y="20228"/>
                    </a:lnTo>
                    <a:lnTo>
                      <a:pt x="10954" y="18347"/>
                    </a:lnTo>
                    <a:cubicBezTo>
                      <a:pt x="11020" y="17383"/>
                      <a:pt x="11304" y="16599"/>
                      <a:pt x="11644" y="15966"/>
                    </a:cubicBezTo>
                    <a:cubicBezTo>
                      <a:pt x="12003" y="15314"/>
                      <a:pt x="12513" y="14756"/>
                      <a:pt x="13099" y="14293"/>
                    </a:cubicBezTo>
                    <a:cubicBezTo>
                      <a:pt x="14961" y="12828"/>
                      <a:pt x="16152" y="10560"/>
                      <a:pt x="16152" y="8008"/>
                    </a:cubicBezTo>
                    <a:cubicBezTo>
                      <a:pt x="16152" y="3584"/>
                      <a:pt x="12568" y="1"/>
                      <a:pt x="814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30"/>
              <p:cNvSpPr/>
              <p:nvPr/>
            </p:nvSpPr>
            <p:spPr>
              <a:xfrm>
                <a:off x="3625368" y="2491686"/>
                <a:ext cx="222891" cy="78107"/>
              </a:xfrm>
              <a:custGeom>
                <a:avLst/>
                <a:gdLst/>
                <a:ahLst/>
                <a:cxnLst/>
                <a:rect l="l" t="t" r="r" b="b"/>
                <a:pathLst>
                  <a:path w="4509" h="1580" extrusionOk="0">
                    <a:moveTo>
                      <a:pt x="1" y="1"/>
                    </a:moveTo>
                    <a:lnTo>
                      <a:pt x="1" y="1579"/>
                    </a:lnTo>
                    <a:lnTo>
                      <a:pt x="4509" y="1579"/>
                    </a:lnTo>
                    <a:lnTo>
                      <a:pt x="4509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30"/>
              <p:cNvSpPr/>
              <p:nvPr/>
            </p:nvSpPr>
            <p:spPr>
              <a:xfrm>
                <a:off x="3560415" y="2332410"/>
                <a:ext cx="353245" cy="177126"/>
              </a:xfrm>
              <a:custGeom>
                <a:avLst/>
                <a:gdLst/>
                <a:ahLst/>
                <a:cxnLst/>
                <a:rect l="l" t="t" r="r" b="b"/>
                <a:pathLst>
                  <a:path w="7146" h="3583" extrusionOk="0">
                    <a:moveTo>
                      <a:pt x="1" y="0"/>
                    </a:moveTo>
                    <a:lnTo>
                      <a:pt x="1" y="3582"/>
                    </a:lnTo>
                    <a:lnTo>
                      <a:pt x="7146" y="3582"/>
                    </a:lnTo>
                    <a:lnTo>
                      <a:pt x="714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30"/>
              <p:cNvSpPr/>
              <p:nvPr/>
            </p:nvSpPr>
            <p:spPr>
              <a:xfrm>
                <a:off x="3546425" y="2360884"/>
                <a:ext cx="381273" cy="27634"/>
              </a:xfrm>
              <a:custGeom>
                <a:avLst/>
                <a:gdLst/>
                <a:ahLst/>
                <a:cxnLst/>
                <a:rect l="l" t="t" r="r" b="b"/>
                <a:pathLst>
                  <a:path w="7713" h="559" extrusionOk="0">
                    <a:moveTo>
                      <a:pt x="0" y="1"/>
                    </a:moveTo>
                    <a:lnTo>
                      <a:pt x="0" y="558"/>
                    </a:lnTo>
                    <a:lnTo>
                      <a:pt x="7712" y="558"/>
                    </a:lnTo>
                    <a:lnTo>
                      <a:pt x="771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30"/>
              <p:cNvSpPr/>
              <p:nvPr/>
            </p:nvSpPr>
            <p:spPr>
              <a:xfrm>
                <a:off x="3546425" y="2407154"/>
                <a:ext cx="381273" cy="27585"/>
              </a:xfrm>
              <a:custGeom>
                <a:avLst/>
                <a:gdLst/>
                <a:ahLst/>
                <a:cxnLst/>
                <a:rect l="l" t="t" r="r" b="b"/>
                <a:pathLst>
                  <a:path w="7713" h="558" extrusionOk="0">
                    <a:moveTo>
                      <a:pt x="0" y="0"/>
                    </a:moveTo>
                    <a:lnTo>
                      <a:pt x="0" y="558"/>
                    </a:lnTo>
                    <a:lnTo>
                      <a:pt x="7712" y="558"/>
                    </a:lnTo>
                    <a:lnTo>
                      <a:pt x="77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30"/>
              <p:cNvSpPr/>
              <p:nvPr/>
            </p:nvSpPr>
            <p:spPr>
              <a:xfrm>
                <a:off x="3546425" y="2453424"/>
                <a:ext cx="381273" cy="27585"/>
              </a:xfrm>
              <a:custGeom>
                <a:avLst/>
                <a:gdLst/>
                <a:ahLst/>
                <a:cxnLst/>
                <a:rect l="l" t="t" r="r" b="b"/>
                <a:pathLst>
                  <a:path w="7713" h="558" extrusionOk="0">
                    <a:moveTo>
                      <a:pt x="0" y="0"/>
                    </a:moveTo>
                    <a:lnTo>
                      <a:pt x="0" y="558"/>
                    </a:lnTo>
                    <a:lnTo>
                      <a:pt x="7712" y="558"/>
                    </a:lnTo>
                    <a:lnTo>
                      <a:pt x="77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30"/>
              <p:cNvSpPr/>
              <p:nvPr/>
            </p:nvSpPr>
            <p:spPr>
              <a:xfrm>
                <a:off x="3502530" y="1574141"/>
                <a:ext cx="488195" cy="377090"/>
              </a:xfrm>
              <a:custGeom>
                <a:avLst/>
                <a:gdLst/>
                <a:ahLst/>
                <a:cxnLst/>
                <a:rect l="l" t="t" r="r" b="b"/>
                <a:pathLst>
                  <a:path w="9876" h="7628" fill="none" extrusionOk="0">
                    <a:moveTo>
                      <a:pt x="0" y="5435"/>
                    </a:moveTo>
                    <a:lnTo>
                      <a:pt x="1777" y="29"/>
                    </a:lnTo>
                    <a:lnTo>
                      <a:pt x="2826" y="7628"/>
                    </a:lnTo>
                    <a:lnTo>
                      <a:pt x="4801" y="1"/>
                    </a:lnTo>
                    <a:lnTo>
                      <a:pt x="6578" y="6333"/>
                    </a:lnTo>
                    <a:lnTo>
                      <a:pt x="8288" y="332"/>
                    </a:lnTo>
                    <a:lnTo>
                      <a:pt x="9876" y="5227"/>
                    </a:ln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7" name="Google Shape;627;p30"/>
            <p:cNvGrpSpPr/>
            <p:nvPr/>
          </p:nvGrpSpPr>
          <p:grpSpPr>
            <a:xfrm>
              <a:off x="7362276" y="2911767"/>
              <a:ext cx="783686" cy="783610"/>
              <a:chOff x="276382" y="1174752"/>
              <a:chExt cx="895027" cy="894940"/>
            </a:xfrm>
          </p:grpSpPr>
          <p:grpSp>
            <p:nvGrpSpPr>
              <p:cNvPr id="628" name="Google Shape;628;p30"/>
              <p:cNvGrpSpPr/>
              <p:nvPr/>
            </p:nvGrpSpPr>
            <p:grpSpPr>
              <a:xfrm>
                <a:off x="276382" y="1174752"/>
                <a:ext cx="895027" cy="894940"/>
                <a:chOff x="2861096" y="3889198"/>
                <a:chExt cx="397772" cy="397716"/>
              </a:xfrm>
            </p:grpSpPr>
            <p:sp>
              <p:nvSpPr>
                <p:cNvPr id="629" name="Google Shape;629;p30"/>
                <p:cNvSpPr/>
                <p:nvPr/>
              </p:nvSpPr>
              <p:spPr>
                <a:xfrm>
                  <a:off x="2861096" y="3889198"/>
                  <a:ext cx="397772" cy="397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0" h="7079" extrusionOk="0">
                      <a:moveTo>
                        <a:pt x="3545" y="0"/>
                      </a:moveTo>
                      <a:cubicBezTo>
                        <a:pt x="1588" y="0"/>
                        <a:pt x="1" y="1588"/>
                        <a:pt x="1" y="3535"/>
                      </a:cubicBezTo>
                      <a:cubicBezTo>
                        <a:pt x="1" y="5491"/>
                        <a:pt x="1588" y="7079"/>
                        <a:pt x="3545" y="7079"/>
                      </a:cubicBezTo>
                      <a:cubicBezTo>
                        <a:pt x="5501" y="7079"/>
                        <a:pt x="7079" y="5491"/>
                        <a:pt x="7079" y="3535"/>
                      </a:cubicBezTo>
                      <a:cubicBezTo>
                        <a:pt x="7079" y="1588"/>
                        <a:pt x="5501" y="0"/>
                        <a:pt x="354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dk1"/>
                  </a:solidFill>
                  <a:prstDash val="solid"/>
                  <a:miter lim="9450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" name="Google Shape;630;p30"/>
                <p:cNvSpPr/>
                <p:nvPr/>
              </p:nvSpPr>
              <p:spPr>
                <a:xfrm>
                  <a:off x="2907821" y="3931467"/>
                  <a:ext cx="304332" cy="313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2" h="4282" extrusionOk="0">
                      <a:moveTo>
                        <a:pt x="2146" y="1"/>
                      </a:moveTo>
                      <a:cubicBezTo>
                        <a:pt x="964" y="1"/>
                        <a:pt x="0" y="955"/>
                        <a:pt x="0" y="2137"/>
                      </a:cubicBezTo>
                      <a:cubicBezTo>
                        <a:pt x="0" y="3327"/>
                        <a:pt x="964" y="4282"/>
                        <a:pt x="2146" y="4282"/>
                      </a:cubicBezTo>
                      <a:cubicBezTo>
                        <a:pt x="3327" y="4282"/>
                        <a:pt x="4281" y="3327"/>
                        <a:pt x="4281" y="2137"/>
                      </a:cubicBezTo>
                      <a:cubicBezTo>
                        <a:pt x="4281" y="955"/>
                        <a:pt x="3327" y="1"/>
                        <a:pt x="214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dk1"/>
                  </a:solidFill>
                  <a:prstDash val="solid"/>
                  <a:miter lim="9450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31" name="Google Shape;631;p30"/>
              <p:cNvSpPr/>
              <p:nvPr/>
            </p:nvSpPr>
            <p:spPr>
              <a:xfrm>
                <a:off x="698100" y="1366625"/>
                <a:ext cx="195250" cy="467375"/>
              </a:xfrm>
              <a:custGeom>
                <a:avLst/>
                <a:gdLst/>
                <a:ahLst/>
                <a:cxnLst/>
                <a:rect l="l" t="t" r="r" b="b"/>
                <a:pathLst>
                  <a:path w="7810" h="18695" extrusionOk="0">
                    <a:moveTo>
                      <a:pt x="5916" y="0"/>
                    </a:moveTo>
                    <a:lnTo>
                      <a:pt x="0" y="9939"/>
                    </a:lnTo>
                    <a:lnTo>
                      <a:pt x="7810" y="18695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632" name="Google Shape;632;p30"/>
            <p:cNvGrpSpPr/>
            <p:nvPr/>
          </p:nvGrpSpPr>
          <p:grpSpPr>
            <a:xfrm>
              <a:off x="7362272" y="579112"/>
              <a:ext cx="875462" cy="1033236"/>
              <a:chOff x="6768050" y="956250"/>
              <a:chExt cx="322525" cy="380650"/>
            </a:xfrm>
          </p:grpSpPr>
          <p:sp>
            <p:nvSpPr>
              <p:cNvPr id="633" name="Google Shape;633;p30"/>
              <p:cNvSpPr/>
              <p:nvPr/>
            </p:nvSpPr>
            <p:spPr>
              <a:xfrm>
                <a:off x="6768050" y="956250"/>
                <a:ext cx="322525" cy="380650"/>
              </a:xfrm>
              <a:custGeom>
                <a:avLst/>
                <a:gdLst/>
                <a:ahLst/>
                <a:cxnLst/>
                <a:rect l="l" t="t" r="r" b="b"/>
                <a:pathLst>
                  <a:path w="12901" h="15226" extrusionOk="0">
                    <a:moveTo>
                      <a:pt x="0" y="0"/>
                    </a:moveTo>
                    <a:lnTo>
                      <a:pt x="0" y="15225"/>
                    </a:lnTo>
                    <a:lnTo>
                      <a:pt x="12900" y="15225"/>
                    </a:lnTo>
                    <a:lnTo>
                      <a:pt x="1290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30"/>
              <p:cNvSpPr/>
              <p:nvPr/>
            </p:nvSpPr>
            <p:spPr>
              <a:xfrm>
                <a:off x="6768050" y="956250"/>
                <a:ext cx="322525" cy="107525"/>
              </a:xfrm>
              <a:custGeom>
                <a:avLst/>
                <a:gdLst/>
                <a:ahLst/>
                <a:cxnLst/>
                <a:rect l="l" t="t" r="r" b="b"/>
                <a:pathLst>
                  <a:path w="12901" h="4301" extrusionOk="0">
                    <a:moveTo>
                      <a:pt x="0" y="0"/>
                    </a:moveTo>
                    <a:lnTo>
                      <a:pt x="0" y="4300"/>
                    </a:lnTo>
                    <a:lnTo>
                      <a:pt x="12900" y="4300"/>
                    </a:lnTo>
                    <a:lnTo>
                      <a:pt x="1290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30"/>
              <p:cNvSpPr/>
              <p:nvPr/>
            </p:nvSpPr>
            <p:spPr>
              <a:xfrm>
                <a:off x="6865150" y="990975"/>
                <a:ext cx="33325" cy="4750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190" extrusionOk="0">
                    <a:moveTo>
                      <a:pt x="0" y="1"/>
                    </a:moveTo>
                    <a:lnTo>
                      <a:pt x="0" y="190"/>
                    </a:lnTo>
                    <a:lnTo>
                      <a:pt x="1333" y="190"/>
                    </a:lnTo>
                    <a:lnTo>
                      <a:pt x="133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30"/>
              <p:cNvSpPr/>
              <p:nvPr/>
            </p:nvSpPr>
            <p:spPr>
              <a:xfrm>
                <a:off x="6865150" y="999475"/>
                <a:ext cx="72800" cy="5000"/>
              </a:xfrm>
              <a:custGeom>
                <a:avLst/>
                <a:gdLst/>
                <a:ahLst/>
                <a:cxnLst/>
                <a:rect l="l" t="t" r="r" b="b"/>
                <a:pathLst>
                  <a:path w="2912" h="200" extrusionOk="0">
                    <a:moveTo>
                      <a:pt x="2911" y="1"/>
                    </a:moveTo>
                    <a:lnTo>
                      <a:pt x="0" y="10"/>
                    </a:lnTo>
                    <a:lnTo>
                      <a:pt x="0" y="199"/>
                    </a:lnTo>
                    <a:lnTo>
                      <a:pt x="2911" y="190"/>
                    </a:lnTo>
                    <a:lnTo>
                      <a:pt x="291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30"/>
              <p:cNvSpPr/>
              <p:nvPr/>
            </p:nvSpPr>
            <p:spPr>
              <a:xfrm>
                <a:off x="6865150" y="1008000"/>
                <a:ext cx="72800" cy="4975"/>
              </a:xfrm>
              <a:custGeom>
                <a:avLst/>
                <a:gdLst/>
                <a:ahLst/>
                <a:cxnLst/>
                <a:rect l="l" t="t" r="r" b="b"/>
                <a:pathLst>
                  <a:path w="2912" h="199" extrusionOk="0">
                    <a:moveTo>
                      <a:pt x="2911" y="0"/>
                    </a:moveTo>
                    <a:lnTo>
                      <a:pt x="0" y="10"/>
                    </a:lnTo>
                    <a:lnTo>
                      <a:pt x="0" y="199"/>
                    </a:lnTo>
                    <a:lnTo>
                      <a:pt x="2911" y="189"/>
                    </a:lnTo>
                    <a:lnTo>
                      <a:pt x="29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30"/>
              <p:cNvSpPr/>
              <p:nvPr/>
            </p:nvSpPr>
            <p:spPr>
              <a:xfrm>
                <a:off x="6797575" y="980100"/>
                <a:ext cx="44675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1788" extrusionOk="0">
                    <a:moveTo>
                      <a:pt x="1" y="1"/>
                    </a:moveTo>
                    <a:lnTo>
                      <a:pt x="1" y="1787"/>
                    </a:lnTo>
                    <a:lnTo>
                      <a:pt x="1787" y="1787"/>
                    </a:lnTo>
                    <a:lnTo>
                      <a:pt x="178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39" name="Google Shape;639;p30"/>
            <p:cNvGrpSpPr/>
            <p:nvPr/>
          </p:nvGrpSpPr>
          <p:grpSpPr>
            <a:xfrm>
              <a:off x="7475713" y="965175"/>
              <a:ext cx="648575" cy="248400"/>
              <a:chOff x="1195050" y="2449275"/>
              <a:chExt cx="648575" cy="248400"/>
            </a:xfrm>
          </p:grpSpPr>
          <p:sp>
            <p:nvSpPr>
              <p:cNvPr id="640" name="Google Shape;640;p30"/>
              <p:cNvSpPr/>
              <p:nvPr/>
            </p:nvSpPr>
            <p:spPr>
              <a:xfrm>
                <a:off x="1195050" y="2449275"/>
                <a:ext cx="248400" cy="248400"/>
              </a:xfrm>
              <a:prstGeom prst="donut">
                <a:avLst>
                  <a:gd name="adj" fmla="val 25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30"/>
              <p:cNvSpPr/>
              <p:nvPr/>
            </p:nvSpPr>
            <p:spPr>
              <a:xfrm>
                <a:off x="1195050" y="2449275"/>
                <a:ext cx="248400" cy="248400"/>
              </a:xfrm>
              <a:prstGeom prst="blockArc">
                <a:avLst>
                  <a:gd name="adj1" fmla="val 8495047"/>
                  <a:gd name="adj2" fmla="val 16399518"/>
                  <a:gd name="adj3" fmla="val 24494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30"/>
              <p:cNvSpPr/>
              <p:nvPr/>
            </p:nvSpPr>
            <p:spPr>
              <a:xfrm>
                <a:off x="1490225" y="2493250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30"/>
              <p:cNvSpPr/>
              <p:nvPr/>
            </p:nvSpPr>
            <p:spPr>
              <a:xfrm>
                <a:off x="1490225" y="2563784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4" name="Google Shape;644;p30"/>
            <p:cNvGrpSpPr/>
            <p:nvPr/>
          </p:nvGrpSpPr>
          <p:grpSpPr>
            <a:xfrm>
              <a:off x="7475713" y="1284850"/>
              <a:ext cx="648575" cy="248400"/>
              <a:chOff x="1195050" y="2449275"/>
              <a:chExt cx="648575" cy="248400"/>
            </a:xfrm>
          </p:grpSpPr>
          <p:sp>
            <p:nvSpPr>
              <p:cNvPr id="645" name="Google Shape;645;p30"/>
              <p:cNvSpPr/>
              <p:nvPr/>
            </p:nvSpPr>
            <p:spPr>
              <a:xfrm>
                <a:off x="1195050" y="2449275"/>
                <a:ext cx="248400" cy="248400"/>
              </a:xfrm>
              <a:prstGeom prst="donut">
                <a:avLst>
                  <a:gd name="adj" fmla="val 25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30"/>
              <p:cNvSpPr/>
              <p:nvPr/>
            </p:nvSpPr>
            <p:spPr>
              <a:xfrm>
                <a:off x="1195050" y="2449275"/>
                <a:ext cx="248400" cy="248400"/>
              </a:xfrm>
              <a:prstGeom prst="blockArc">
                <a:avLst>
                  <a:gd name="adj1" fmla="val 8495047"/>
                  <a:gd name="adj2" fmla="val 16399518"/>
                  <a:gd name="adj3" fmla="val 24494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30"/>
              <p:cNvSpPr/>
              <p:nvPr/>
            </p:nvSpPr>
            <p:spPr>
              <a:xfrm>
                <a:off x="1490225" y="2493250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30"/>
              <p:cNvSpPr/>
              <p:nvPr/>
            </p:nvSpPr>
            <p:spPr>
              <a:xfrm>
                <a:off x="1490225" y="2563784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19905EA-794C-2106-D63C-CE9E607A880B}"/>
              </a:ext>
            </a:extLst>
          </p:cNvPr>
          <p:cNvSpPr txBox="1"/>
          <p:nvPr/>
        </p:nvSpPr>
        <p:spPr>
          <a:xfrm>
            <a:off x="154546" y="4499020"/>
            <a:ext cx="20601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발표자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: 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맹승진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(20143273)</a:t>
            </a:r>
            <a:endParaRPr lang="ko-KR" altLang="en-US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latin typeface="프리젠테이션 8 ExtraBold" pitchFamily="2" charset="-127"/>
                <a:ea typeface="프리젠테이션 8 ExtraBold" pitchFamily="2" charset="-127"/>
              </a:rPr>
              <a:t>배경</a:t>
            </a:r>
            <a:endParaRPr sz="3000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cxnSp>
        <p:nvCxnSpPr>
          <p:cNvPr id="658" name="Google Shape;658;p31"/>
          <p:cNvCxnSpPr/>
          <p:nvPr/>
        </p:nvCxnSpPr>
        <p:spPr>
          <a:xfrm>
            <a:off x="0" y="307163"/>
            <a:ext cx="4570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88" name="Google Shape;688;p31"/>
          <p:cNvGrpSpPr/>
          <p:nvPr/>
        </p:nvGrpSpPr>
        <p:grpSpPr>
          <a:xfrm>
            <a:off x="8127066" y="1050393"/>
            <a:ext cx="838995" cy="799177"/>
            <a:chOff x="5694450" y="929325"/>
            <a:chExt cx="607000" cy="578150"/>
          </a:xfrm>
        </p:grpSpPr>
        <p:sp>
          <p:nvSpPr>
            <p:cNvPr id="689" name="Google Shape;689;p31"/>
            <p:cNvSpPr/>
            <p:nvPr/>
          </p:nvSpPr>
          <p:spPr>
            <a:xfrm>
              <a:off x="5694450" y="929325"/>
              <a:ext cx="607000" cy="354825"/>
            </a:xfrm>
            <a:custGeom>
              <a:avLst/>
              <a:gdLst/>
              <a:ahLst/>
              <a:cxnLst/>
              <a:rect l="l" t="t" r="r" b="b"/>
              <a:pathLst>
                <a:path w="24280" h="14193" extrusionOk="0">
                  <a:moveTo>
                    <a:pt x="11171" y="0"/>
                  </a:moveTo>
                  <a:cubicBezTo>
                    <a:pt x="8128" y="0"/>
                    <a:pt x="5661" y="2457"/>
                    <a:pt x="5642" y="5491"/>
                  </a:cubicBezTo>
                  <a:cubicBezTo>
                    <a:pt x="5255" y="5387"/>
                    <a:pt x="4858" y="5321"/>
                    <a:pt x="4442" y="5321"/>
                  </a:cubicBezTo>
                  <a:cubicBezTo>
                    <a:pt x="1985" y="5321"/>
                    <a:pt x="0" y="7305"/>
                    <a:pt x="0" y="9763"/>
                  </a:cubicBezTo>
                  <a:cubicBezTo>
                    <a:pt x="0" y="12210"/>
                    <a:pt x="1853" y="14053"/>
                    <a:pt x="4178" y="14185"/>
                  </a:cubicBezTo>
                  <a:cubicBezTo>
                    <a:pt x="4220" y="14190"/>
                    <a:pt x="8376" y="14193"/>
                    <a:pt x="12532" y="14193"/>
                  </a:cubicBezTo>
                  <a:cubicBezTo>
                    <a:pt x="16688" y="14193"/>
                    <a:pt x="20844" y="14190"/>
                    <a:pt x="20886" y="14185"/>
                  </a:cubicBezTo>
                  <a:lnTo>
                    <a:pt x="20990" y="14185"/>
                  </a:lnTo>
                  <a:lnTo>
                    <a:pt x="20990" y="14176"/>
                  </a:lnTo>
                  <a:cubicBezTo>
                    <a:pt x="22833" y="13996"/>
                    <a:pt x="24279" y="12437"/>
                    <a:pt x="24279" y="10547"/>
                  </a:cubicBezTo>
                  <a:cubicBezTo>
                    <a:pt x="24279" y="8865"/>
                    <a:pt x="23145" y="7457"/>
                    <a:pt x="21614" y="7031"/>
                  </a:cubicBezTo>
                  <a:cubicBezTo>
                    <a:pt x="21614" y="6994"/>
                    <a:pt x="21614" y="6965"/>
                    <a:pt x="21614" y="6937"/>
                  </a:cubicBezTo>
                  <a:cubicBezTo>
                    <a:pt x="21614" y="4924"/>
                    <a:pt x="19979" y="3289"/>
                    <a:pt x="17957" y="3289"/>
                  </a:cubicBezTo>
                  <a:cubicBezTo>
                    <a:pt x="17390" y="3289"/>
                    <a:pt x="16860" y="3421"/>
                    <a:pt x="16378" y="3648"/>
                  </a:cubicBezTo>
                  <a:cubicBezTo>
                    <a:pt x="15613" y="1522"/>
                    <a:pt x="13572" y="0"/>
                    <a:pt x="1117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1"/>
            <p:cNvSpPr/>
            <p:nvPr/>
          </p:nvSpPr>
          <p:spPr>
            <a:xfrm>
              <a:off x="5862675" y="1216625"/>
              <a:ext cx="199675" cy="290850"/>
            </a:xfrm>
            <a:custGeom>
              <a:avLst/>
              <a:gdLst/>
              <a:ahLst/>
              <a:cxnLst/>
              <a:rect l="l" t="t" r="r" b="b"/>
              <a:pathLst>
                <a:path w="7987" h="11634" extrusionOk="0">
                  <a:moveTo>
                    <a:pt x="2552" y="0"/>
                  </a:moveTo>
                  <a:lnTo>
                    <a:pt x="2552" y="6398"/>
                  </a:lnTo>
                  <a:lnTo>
                    <a:pt x="0" y="6398"/>
                  </a:lnTo>
                  <a:lnTo>
                    <a:pt x="1994" y="9016"/>
                  </a:lnTo>
                  <a:lnTo>
                    <a:pt x="3998" y="11634"/>
                  </a:lnTo>
                  <a:lnTo>
                    <a:pt x="5992" y="9016"/>
                  </a:lnTo>
                  <a:lnTo>
                    <a:pt x="7986" y="6398"/>
                  </a:lnTo>
                  <a:lnTo>
                    <a:pt x="5434" y="6398"/>
                  </a:lnTo>
                  <a:lnTo>
                    <a:pt x="543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1"/>
            <p:cNvSpPr/>
            <p:nvPr/>
          </p:nvSpPr>
          <p:spPr>
            <a:xfrm>
              <a:off x="5933325" y="1085250"/>
              <a:ext cx="199900" cy="290875"/>
            </a:xfrm>
            <a:custGeom>
              <a:avLst/>
              <a:gdLst/>
              <a:ahLst/>
              <a:cxnLst/>
              <a:rect l="l" t="t" r="r" b="b"/>
              <a:pathLst>
                <a:path w="7996" h="11635" extrusionOk="0">
                  <a:moveTo>
                    <a:pt x="3998" y="0"/>
                  </a:moveTo>
                  <a:lnTo>
                    <a:pt x="2004" y="2618"/>
                  </a:lnTo>
                  <a:lnTo>
                    <a:pt x="0" y="5236"/>
                  </a:lnTo>
                  <a:lnTo>
                    <a:pt x="2561" y="5236"/>
                  </a:lnTo>
                  <a:lnTo>
                    <a:pt x="2561" y="11634"/>
                  </a:lnTo>
                  <a:lnTo>
                    <a:pt x="5434" y="11634"/>
                  </a:lnTo>
                  <a:lnTo>
                    <a:pt x="5434" y="5236"/>
                  </a:lnTo>
                  <a:lnTo>
                    <a:pt x="7995" y="5236"/>
                  </a:lnTo>
                  <a:lnTo>
                    <a:pt x="5992" y="2618"/>
                  </a:lnTo>
                  <a:lnTo>
                    <a:pt x="3998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2" name="Google Shape;692;p31"/>
          <p:cNvGrpSpPr/>
          <p:nvPr/>
        </p:nvGrpSpPr>
        <p:grpSpPr>
          <a:xfrm>
            <a:off x="153372" y="3445577"/>
            <a:ext cx="519461" cy="799222"/>
            <a:chOff x="3334313" y="1341356"/>
            <a:chExt cx="798434" cy="1228438"/>
          </a:xfrm>
        </p:grpSpPr>
        <p:sp>
          <p:nvSpPr>
            <p:cNvPr id="693" name="Google Shape;693;p31"/>
            <p:cNvSpPr/>
            <p:nvPr/>
          </p:nvSpPr>
          <p:spPr>
            <a:xfrm>
              <a:off x="3334313" y="1341356"/>
              <a:ext cx="798434" cy="999971"/>
            </a:xfrm>
            <a:custGeom>
              <a:avLst/>
              <a:gdLst/>
              <a:ahLst/>
              <a:cxnLst/>
              <a:rect l="l" t="t" r="r" b="b"/>
              <a:pathLst>
                <a:path w="16152" h="20228" extrusionOk="0">
                  <a:moveTo>
                    <a:pt x="8144" y="1"/>
                  </a:moveTo>
                  <a:cubicBezTo>
                    <a:pt x="8069" y="1"/>
                    <a:pt x="7995" y="2"/>
                    <a:pt x="7920" y="4"/>
                  </a:cubicBezTo>
                  <a:cubicBezTo>
                    <a:pt x="3791" y="117"/>
                    <a:pt x="379" y="3444"/>
                    <a:pt x="152" y="7564"/>
                  </a:cubicBezTo>
                  <a:cubicBezTo>
                    <a:pt x="1" y="10305"/>
                    <a:pt x="1239" y="12762"/>
                    <a:pt x="3214" y="14312"/>
                  </a:cubicBezTo>
                  <a:cubicBezTo>
                    <a:pt x="3791" y="14765"/>
                    <a:pt x="4291" y="15323"/>
                    <a:pt x="4641" y="15966"/>
                  </a:cubicBezTo>
                  <a:cubicBezTo>
                    <a:pt x="4991" y="16589"/>
                    <a:pt x="5274" y="17393"/>
                    <a:pt x="5340" y="18357"/>
                  </a:cubicBezTo>
                  <a:lnTo>
                    <a:pt x="5340" y="20228"/>
                  </a:lnTo>
                  <a:lnTo>
                    <a:pt x="10945" y="20228"/>
                  </a:lnTo>
                  <a:lnTo>
                    <a:pt x="10954" y="18347"/>
                  </a:lnTo>
                  <a:cubicBezTo>
                    <a:pt x="11020" y="17383"/>
                    <a:pt x="11304" y="16599"/>
                    <a:pt x="11644" y="15966"/>
                  </a:cubicBezTo>
                  <a:cubicBezTo>
                    <a:pt x="12003" y="15314"/>
                    <a:pt x="12513" y="14756"/>
                    <a:pt x="13099" y="14293"/>
                  </a:cubicBezTo>
                  <a:cubicBezTo>
                    <a:pt x="14961" y="12828"/>
                    <a:pt x="16152" y="10560"/>
                    <a:pt x="16152" y="8008"/>
                  </a:cubicBezTo>
                  <a:cubicBezTo>
                    <a:pt x="16152" y="3584"/>
                    <a:pt x="12568" y="1"/>
                    <a:pt x="8144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1"/>
            <p:cNvSpPr/>
            <p:nvPr/>
          </p:nvSpPr>
          <p:spPr>
            <a:xfrm>
              <a:off x="3625368" y="2491686"/>
              <a:ext cx="222891" cy="78107"/>
            </a:xfrm>
            <a:custGeom>
              <a:avLst/>
              <a:gdLst/>
              <a:ahLst/>
              <a:cxnLst/>
              <a:rect l="l" t="t" r="r" b="b"/>
              <a:pathLst>
                <a:path w="4509" h="1580" extrusionOk="0">
                  <a:moveTo>
                    <a:pt x="1" y="1"/>
                  </a:moveTo>
                  <a:lnTo>
                    <a:pt x="1" y="1579"/>
                  </a:lnTo>
                  <a:lnTo>
                    <a:pt x="4509" y="1579"/>
                  </a:lnTo>
                  <a:lnTo>
                    <a:pt x="450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1"/>
            <p:cNvSpPr/>
            <p:nvPr/>
          </p:nvSpPr>
          <p:spPr>
            <a:xfrm>
              <a:off x="3560415" y="2332410"/>
              <a:ext cx="353245" cy="177126"/>
            </a:xfrm>
            <a:custGeom>
              <a:avLst/>
              <a:gdLst/>
              <a:ahLst/>
              <a:cxnLst/>
              <a:rect l="l" t="t" r="r" b="b"/>
              <a:pathLst>
                <a:path w="7146" h="3583" extrusionOk="0">
                  <a:moveTo>
                    <a:pt x="1" y="0"/>
                  </a:moveTo>
                  <a:lnTo>
                    <a:pt x="1" y="3582"/>
                  </a:lnTo>
                  <a:lnTo>
                    <a:pt x="7146" y="3582"/>
                  </a:lnTo>
                  <a:lnTo>
                    <a:pt x="7146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1"/>
            <p:cNvSpPr/>
            <p:nvPr/>
          </p:nvSpPr>
          <p:spPr>
            <a:xfrm>
              <a:off x="3546425" y="2360884"/>
              <a:ext cx="381273" cy="27634"/>
            </a:xfrm>
            <a:custGeom>
              <a:avLst/>
              <a:gdLst/>
              <a:ahLst/>
              <a:cxnLst/>
              <a:rect l="l" t="t" r="r" b="b"/>
              <a:pathLst>
                <a:path w="7713" h="559" extrusionOk="0">
                  <a:moveTo>
                    <a:pt x="0" y="1"/>
                  </a:moveTo>
                  <a:lnTo>
                    <a:pt x="0" y="558"/>
                  </a:lnTo>
                  <a:lnTo>
                    <a:pt x="7712" y="558"/>
                  </a:lnTo>
                  <a:lnTo>
                    <a:pt x="77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1"/>
            <p:cNvSpPr/>
            <p:nvPr/>
          </p:nvSpPr>
          <p:spPr>
            <a:xfrm>
              <a:off x="3546425" y="2407154"/>
              <a:ext cx="381273" cy="27585"/>
            </a:xfrm>
            <a:custGeom>
              <a:avLst/>
              <a:gdLst/>
              <a:ahLst/>
              <a:cxnLst/>
              <a:rect l="l" t="t" r="r" b="b"/>
              <a:pathLst>
                <a:path w="7713" h="558" extrusionOk="0">
                  <a:moveTo>
                    <a:pt x="0" y="0"/>
                  </a:moveTo>
                  <a:lnTo>
                    <a:pt x="0" y="558"/>
                  </a:lnTo>
                  <a:lnTo>
                    <a:pt x="7712" y="558"/>
                  </a:lnTo>
                  <a:lnTo>
                    <a:pt x="77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1"/>
            <p:cNvSpPr/>
            <p:nvPr/>
          </p:nvSpPr>
          <p:spPr>
            <a:xfrm>
              <a:off x="3546425" y="2453424"/>
              <a:ext cx="381273" cy="27585"/>
            </a:xfrm>
            <a:custGeom>
              <a:avLst/>
              <a:gdLst/>
              <a:ahLst/>
              <a:cxnLst/>
              <a:rect l="l" t="t" r="r" b="b"/>
              <a:pathLst>
                <a:path w="7713" h="558" extrusionOk="0">
                  <a:moveTo>
                    <a:pt x="0" y="0"/>
                  </a:moveTo>
                  <a:lnTo>
                    <a:pt x="0" y="558"/>
                  </a:lnTo>
                  <a:lnTo>
                    <a:pt x="7712" y="558"/>
                  </a:lnTo>
                  <a:lnTo>
                    <a:pt x="77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1"/>
            <p:cNvSpPr/>
            <p:nvPr/>
          </p:nvSpPr>
          <p:spPr>
            <a:xfrm>
              <a:off x="3502530" y="1574141"/>
              <a:ext cx="488195" cy="377090"/>
            </a:xfrm>
            <a:custGeom>
              <a:avLst/>
              <a:gdLst/>
              <a:ahLst/>
              <a:cxnLst/>
              <a:rect l="l" t="t" r="r" b="b"/>
              <a:pathLst>
                <a:path w="9876" h="7628" fill="none" extrusionOk="0">
                  <a:moveTo>
                    <a:pt x="0" y="5435"/>
                  </a:moveTo>
                  <a:lnTo>
                    <a:pt x="1777" y="29"/>
                  </a:lnTo>
                  <a:lnTo>
                    <a:pt x="2826" y="7628"/>
                  </a:lnTo>
                  <a:lnTo>
                    <a:pt x="4801" y="1"/>
                  </a:lnTo>
                  <a:lnTo>
                    <a:pt x="6578" y="6333"/>
                  </a:lnTo>
                  <a:lnTo>
                    <a:pt x="8288" y="332"/>
                  </a:lnTo>
                  <a:lnTo>
                    <a:pt x="9876" y="5227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0" name="TextBox 709">
            <a:extLst>
              <a:ext uri="{FF2B5EF4-FFF2-40B4-BE49-F238E27FC236}">
                <a16:creationId xmlns:a16="http://schemas.microsoft.com/office/drawing/2014/main" id="{792A057D-F664-4BBC-8AC4-C8980DE07B3E}"/>
              </a:ext>
            </a:extLst>
          </p:cNvPr>
          <p:cNvSpPr txBox="1"/>
          <p:nvPr/>
        </p:nvSpPr>
        <p:spPr>
          <a:xfrm>
            <a:off x="1038087" y="1540868"/>
            <a:ext cx="5561138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프리젠테이션 6 SemiBold" pitchFamily="2" charset="-127"/>
                <a:ea typeface="프리젠테이션 6 SemiBold" pitchFamily="2" charset="-127"/>
              </a:rPr>
              <a:t>학생들이 빈 강의실을 직접 찾아다녀야 하는 문제점</a:t>
            </a:r>
            <a:endParaRPr lang="en-US" altLang="ko-KR" sz="800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프리젠테이션 6 SemiBold" pitchFamily="2" charset="-127"/>
                <a:ea typeface="프리젠테이션 6 SemiBold" pitchFamily="2" charset="-127"/>
              </a:rPr>
              <a:t>강의실 사용 정보를 실시간으로 확인하거나 공유할 수 없음</a:t>
            </a:r>
            <a:endParaRPr lang="en-US" altLang="ko-KR" sz="2000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프리젠테이션 6 SemiBold" pitchFamily="2" charset="-127"/>
                <a:ea typeface="프리젠테이션 6 SemiBold" pitchFamily="2" charset="-127"/>
              </a:rPr>
              <a:t>관리자가 없어</a:t>
            </a:r>
            <a:r>
              <a:rPr lang="en-US" altLang="ko-KR" sz="2000" dirty="0"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2000" dirty="0">
                <a:latin typeface="프리젠테이션 6 SemiBold" pitchFamily="2" charset="-127"/>
                <a:ea typeface="프리젠테이션 6 SemiBold" pitchFamily="2" charset="-127"/>
              </a:rPr>
              <a:t>사용 규칙 없이 무분별하게 사용되는 문제</a:t>
            </a:r>
            <a:endParaRPr lang="en-US" altLang="ko-KR" sz="2000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프리젠테이션 6 SemiBold" pitchFamily="2" charset="-127"/>
                <a:ea typeface="프리젠테이션 6 SemiBold" pitchFamily="2" charset="-127"/>
              </a:rPr>
              <a:t>강의실을 실시간으로 예약할 수 있는 시스템이 없음</a:t>
            </a:r>
            <a:endParaRPr lang="en-US" altLang="ko-KR" sz="20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>
          <a:extLst>
            <a:ext uri="{FF2B5EF4-FFF2-40B4-BE49-F238E27FC236}">
              <a16:creationId xmlns:a16="http://schemas.microsoft.com/office/drawing/2014/main" id="{6F0F1F56-FCD7-D0A9-9623-F95CE3B8B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1">
            <a:extLst>
              <a:ext uri="{FF2B5EF4-FFF2-40B4-BE49-F238E27FC236}">
                <a16:creationId xmlns:a16="http://schemas.microsoft.com/office/drawing/2014/main" id="{D1D5404F-4BDC-4FCD-2B5C-C987135647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latin typeface="프리젠테이션 8 ExtraBold" pitchFamily="2" charset="-127"/>
                <a:ea typeface="프리젠테이션 8 ExtraBold" pitchFamily="2" charset="-127"/>
              </a:rPr>
              <a:t>목적</a:t>
            </a:r>
            <a:endParaRPr sz="3000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cxnSp>
        <p:nvCxnSpPr>
          <p:cNvPr id="658" name="Google Shape;658;p31">
            <a:extLst>
              <a:ext uri="{FF2B5EF4-FFF2-40B4-BE49-F238E27FC236}">
                <a16:creationId xmlns:a16="http://schemas.microsoft.com/office/drawing/2014/main" id="{A752AC36-4480-F2FD-E8C9-9370A4D502D1}"/>
              </a:ext>
            </a:extLst>
          </p:cNvPr>
          <p:cNvCxnSpPr/>
          <p:nvPr/>
        </p:nvCxnSpPr>
        <p:spPr>
          <a:xfrm>
            <a:off x="0" y="307163"/>
            <a:ext cx="4570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88" name="Google Shape;688;p31">
            <a:extLst>
              <a:ext uri="{FF2B5EF4-FFF2-40B4-BE49-F238E27FC236}">
                <a16:creationId xmlns:a16="http://schemas.microsoft.com/office/drawing/2014/main" id="{9AE304E1-A8D1-22FF-EF56-56A7F59FF9E1}"/>
              </a:ext>
            </a:extLst>
          </p:cNvPr>
          <p:cNvGrpSpPr/>
          <p:nvPr/>
        </p:nvGrpSpPr>
        <p:grpSpPr>
          <a:xfrm>
            <a:off x="8127066" y="1050393"/>
            <a:ext cx="838995" cy="799177"/>
            <a:chOff x="5694450" y="929325"/>
            <a:chExt cx="607000" cy="578150"/>
          </a:xfrm>
        </p:grpSpPr>
        <p:sp>
          <p:nvSpPr>
            <p:cNvPr id="689" name="Google Shape;689;p31">
              <a:extLst>
                <a:ext uri="{FF2B5EF4-FFF2-40B4-BE49-F238E27FC236}">
                  <a16:creationId xmlns:a16="http://schemas.microsoft.com/office/drawing/2014/main" id="{0155AFCA-84FD-42B4-7953-C7F4F1927F49}"/>
                </a:ext>
              </a:extLst>
            </p:cNvPr>
            <p:cNvSpPr/>
            <p:nvPr/>
          </p:nvSpPr>
          <p:spPr>
            <a:xfrm>
              <a:off x="5694450" y="929325"/>
              <a:ext cx="607000" cy="354825"/>
            </a:xfrm>
            <a:custGeom>
              <a:avLst/>
              <a:gdLst/>
              <a:ahLst/>
              <a:cxnLst/>
              <a:rect l="l" t="t" r="r" b="b"/>
              <a:pathLst>
                <a:path w="24280" h="14193" extrusionOk="0">
                  <a:moveTo>
                    <a:pt x="11171" y="0"/>
                  </a:moveTo>
                  <a:cubicBezTo>
                    <a:pt x="8128" y="0"/>
                    <a:pt x="5661" y="2457"/>
                    <a:pt x="5642" y="5491"/>
                  </a:cubicBezTo>
                  <a:cubicBezTo>
                    <a:pt x="5255" y="5387"/>
                    <a:pt x="4858" y="5321"/>
                    <a:pt x="4442" y="5321"/>
                  </a:cubicBezTo>
                  <a:cubicBezTo>
                    <a:pt x="1985" y="5321"/>
                    <a:pt x="0" y="7305"/>
                    <a:pt x="0" y="9763"/>
                  </a:cubicBezTo>
                  <a:cubicBezTo>
                    <a:pt x="0" y="12210"/>
                    <a:pt x="1853" y="14053"/>
                    <a:pt x="4178" y="14185"/>
                  </a:cubicBezTo>
                  <a:cubicBezTo>
                    <a:pt x="4220" y="14190"/>
                    <a:pt x="8376" y="14193"/>
                    <a:pt x="12532" y="14193"/>
                  </a:cubicBezTo>
                  <a:cubicBezTo>
                    <a:pt x="16688" y="14193"/>
                    <a:pt x="20844" y="14190"/>
                    <a:pt x="20886" y="14185"/>
                  </a:cubicBezTo>
                  <a:lnTo>
                    <a:pt x="20990" y="14185"/>
                  </a:lnTo>
                  <a:lnTo>
                    <a:pt x="20990" y="14176"/>
                  </a:lnTo>
                  <a:cubicBezTo>
                    <a:pt x="22833" y="13996"/>
                    <a:pt x="24279" y="12437"/>
                    <a:pt x="24279" y="10547"/>
                  </a:cubicBezTo>
                  <a:cubicBezTo>
                    <a:pt x="24279" y="8865"/>
                    <a:pt x="23145" y="7457"/>
                    <a:pt x="21614" y="7031"/>
                  </a:cubicBezTo>
                  <a:cubicBezTo>
                    <a:pt x="21614" y="6994"/>
                    <a:pt x="21614" y="6965"/>
                    <a:pt x="21614" y="6937"/>
                  </a:cubicBezTo>
                  <a:cubicBezTo>
                    <a:pt x="21614" y="4924"/>
                    <a:pt x="19979" y="3289"/>
                    <a:pt x="17957" y="3289"/>
                  </a:cubicBezTo>
                  <a:cubicBezTo>
                    <a:pt x="17390" y="3289"/>
                    <a:pt x="16860" y="3421"/>
                    <a:pt x="16378" y="3648"/>
                  </a:cubicBezTo>
                  <a:cubicBezTo>
                    <a:pt x="15613" y="1522"/>
                    <a:pt x="13572" y="0"/>
                    <a:pt x="1117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1">
              <a:extLst>
                <a:ext uri="{FF2B5EF4-FFF2-40B4-BE49-F238E27FC236}">
                  <a16:creationId xmlns:a16="http://schemas.microsoft.com/office/drawing/2014/main" id="{93E17E7C-82C7-9A0C-C29D-610DF057F369}"/>
                </a:ext>
              </a:extLst>
            </p:cNvPr>
            <p:cNvSpPr/>
            <p:nvPr/>
          </p:nvSpPr>
          <p:spPr>
            <a:xfrm>
              <a:off x="5862675" y="1216625"/>
              <a:ext cx="199675" cy="290850"/>
            </a:xfrm>
            <a:custGeom>
              <a:avLst/>
              <a:gdLst/>
              <a:ahLst/>
              <a:cxnLst/>
              <a:rect l="l" t="t" r="r" b="b"/>
              <a:pathLst>
                <a:path w="7987" h="11634" extrusionOk="0">
                  <a:moveTo>
                    <a:pt x="2552" y="0"/>
                  </a:moveTo>
                  <a:lnTo>
                    <a:pt x="2552" y="6398"/>
                  </a:lnTo>
                  <a:lnTo>
                    <a:pt x="0" y="6398"/>
                  </a:lnTo>
                  <a:lnTo>
                    <a:pt x="1994" y="9016"/>
                  </a:lnTo>
                  <a:lnTo>
                    <a:pt x="3998" y="11634"/>
                  </a:lnTo>
                  <a:lnTo>
                    <a:pt x="5992" y="9016"/>
                  </a:lnTo>
                  <a:lnTo>
                    <a:pt x="7986" y="6398"/>
                  </a:lnTo>
                  <a:lnTo>
                    <a:pt x="5434" y="6398"/>
                  </a:lnTo>
                  <a:lnTo>
                    <a:pt x="543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1">
              <a:extLst>
                <a:ext uri="{FF2B5EF4-FFF2-40B4-BE49-F238E27FC236}">
                  <a16:creationId xmlns:a16="http://schemas.microsoft.com/office/drawing/2014/main" id="{BEB9C4D7-9BA7-78D5-8B12-C12B0F31FE49}"/>
                </a:ext>
              </a:extLst>
            </p:cNvPr>
            <p:cNvSpPr/>
            <p:nvPr/>
          </p:nvSpPr>
          <p:spPr>
            <a:xfrm>
              <a:off x="5933325" y="1085250"/>
              <a:ext cx="199900" cy="290875"/>
            </a:xfrm>
            <a:custGeom>
              <a:avLst/>
              <a:gdLst/>
              <a:ahLst/>
              <a:cxnLst/>
              <a:rect l="l" t="t" r="r" b="b"/>
              <a:pathLst>
                <a:path w="7996" h="11635" extrusionOk="0">
                  <a:moveTo>
                    <a:pt x="3998" y="0"/>
                  </a:moveTo>
                  <a:lnTo>
                    <a:pt x="2004" y="2618"/>
                  </a:lnTo>
                  <a:lnTo>
                    <a:pt x="0" y="5236"/>
                  </a:lnTo>
                  <a:lnTo>
                    <a:pt x="2561" y="5236"/>
                  </a:lnTo>
                  <a:lnTo>
                    <a:pt x="2561" y="11634"/>
                  </a:lnTo>
                  <a:lnTo>
                    <a:pt x="5434" y="11634"/>
                  </a:lnTo>
                  <a:lnTo>
                    <a:pt x="5434" y="5236"/>
                  </a:lnTo>
                  <a:lnTo>
                    <a:pt x="7995" y="5236"/>
                  </a:lnTo>
                  <a:lnTo>
                    <a:pt x="5992" y="2618"/>
                  </a:lnTo>
                  <a:lnTo>
                    <a:pt x="3998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2" name="Google Shape;692;p31">
            <a:extLst>
              <a:ext uri="{FF2B5EF4-FFF2-40B4-BE49-F238E27FC236}">
                <a16:creationId xmlns:a16="http://schemas.microsoft.com/office/drawing/2014/main" id="{49B87FA4-1865-19A4-2097-AC06FF9267B0}"/>
              </a:ext>
            </a:extLst>
          </p:cNvPr>
          <p:cNvGrpSpPr/>
          <p:nvPr/>
        </p:nvGrpSpPr>
        <p:grpSpPr>
          <a:xfrm>
            <a:off x="153372" y="3445577"/>
            <a:ext cx="519461" cy="799222"/>
            <a:chOff x="3334313" y="1341356"/>
            <a:chExt cx="798434" cy="1228438"/>
          </a:xfrm>
        </p:grpSpPr>
        <p:sp>
          <p:nvSpPr>
            <p:cNvPr id="693" name="Google Shape;693;p31">
              <a:extLst>
                <a:ext uri="{FF2B5EF4-FFF2-40B4-BE49-F238E27FC236}">
                  <a16:creationId xmlns:a16="http://schemas.microsoft.com/office/drawing/2014/main" id="{6FB04F10-E2D5-20E0-2F1D-8A413787E38D}"/>
                </a:ext>
              </a:extLst>
            </p:cNvPr>
            <p:cNvSpPr/>
            <p:nvPr/>
          </p:nvSpPr>
          <p:spPr>
            <a:xfrm>
              <a:off x="3334313" y="1341356"/>
              <a:ext cx="798434" cy="999971"/>
            </a:xfrm>
            <a:custGeom>
              <a:avLst/>
              <a:gdLst/>
              <a:ahLst/>
              <a:cxnLst/>
              <a:rect l="l" t="t" r="r" b="b"/>
              <a:pathLst>
                <a:path w="16152" h="20228" extrusionOk="0">
                  <a:moveTo>
                    <a:pt x="8144" y="1"/>
                  </a:moveTo>
                  <a:cubicBezTo>
                    <a:pt x="8069" y="1"/>
                    <a:pt x="7995" y="2"/>
                    <a:pt x="7920" y="4"/>
                  </a:cubicBezTo>
                  <a:cubicBezTo>
                    <a:pt x="3791" y="117"/>
                    <a:pt x="379" y="3444"/>
                    <a:pt x="152" y="7564"/>
                  </a:cubicBezTo>
                  <a:cubicBezTo>
                    <a:pt x="1" y="10305"/>
                    <a:pt x="1239" y="12762"/>
                    <a:pt x="3214" y="14312"/>
                  </a:cubicBezTo>
                  <a:cubicBezTo>
                    <a:pt x="3791" y="14765"/>
                    <a:pt x="4291" y="15323"/>
                    <a:pt x="4641" y="15966"/>
                  </a:cubicBezTo>
                  <a:cubicBezTo>
                    <a:pt x="4991" y="16589"/>
                    <a:pt x="5274" y="17393"/>
                    <a:pt x="5340" y="18357"/>
                  </a:cubicBezTo>
                  <a:lnTo>
                    <a:pt x="5340" y="20228"/>
                  </a:lnTo>
                  <a:lnTo>
                    <a:pt x="10945" y="20228"/>
                  </a:lnTo>
                  <a:lnTo>
                    <a:pt x="10954" y="18347"/>
                  </a:lnTo>
                  <a:cubicBezTo>
                    <a:pt x="11020" y="17383"/>
                    <a:pt x="11304" y="16599"/>
                    <a:pt x="11644" y="15966"/>
                  </a:cubicBezTo>
                  <a:cubicBezTo>
                    <a:pt x="12003" y="15314"/>
                    <a:pt x="12513" y="14756"/>
                    <a:pt x="13099" y="14293"/>
                  </a:cubicBezTo>
                  <a:cubicBezTo>
                    <a:pt x="14961" y="12828"/>
                    <a:pt x="16152" y="10560"/>
                    <a:pt x="16152" y="8008"/>
                  </a:cubicBezTo>
                  <a:cubicBezTo>
                    <a:pt x="16152" y="3584"/>
                    <a:pt x="12568" y="1"/>
                    <a:pt x="8144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1">
              <a:extLst>
                <a:ext uri="{FF2B5EF4-FFF2-40B4-BE49-F238E27FC236}">
                  <a16:creationId xmlns:a16="http://schemas.microsoft.com/office/drawing/2014/main" id="{5E2E263B-0B03-840B-15A7-7DAD5E4D3449}"/>
                </a:ext>
              </a:extLst>
            </p:cNvPr>
            <p:cNvSpPr/>
            <p:nvPr/>
          </p:nvSpPr>
          <p:spPr>
            <a:xfrm>
              <a:off x="3625368" y="2491686"/>
              <a:ext cx="222891" cy="78107"/>
            </a:xfrm>
            <a:custGeom>
              <a:avLst/>
              <a:gdLst/>
              <a:ahLst/>
              <a:cxnLst/>
              <a:rect l="l" t="t" r="r" b="b"/>
              <a:pathLst>
                <a:path w="4509" h="1580" extrusionOk="0">
                  <a:moveTo>
                    <a:pt x="1" y="1"/>
                  </a:moveTo>
                  <a:lnTo>
                    <a:pt x="1" y="1579"/>
                  </a:lnTo>
                  <a:lnTo>
                    <a:pt x="4509" y="1579"/>
                  </a:lnTo>
                  <a:lnTo>
                    <a:pt x="450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1">
              <a:extLst>
                <a:ext uri="{FF2B5EF4-FFF2-40B4-BE49-F238E27FC236}">
                  <a16:creationId xmlns:a16="http://schemas.microsoft.com/office/drawing/2014/main" id="{F1C424C5-CD62-141F-3992-1DC8BD3C777E}"/>
                </a:ext>
              </a:extLst>
            </p:cNvPr>
            <p:cNvSpPr/>
            <p:nvPr/>
          </p:nvSpPr>
          <p:spPr>
            <a:xfrm>
              <a:off x="3560415" y="2332410"/>
              <a:ext cx="353245" cy="177126"/>
            </a:xfrm>
            <a:custGeom>
              <a:avLst/>
              <a:gdLst/>
              <a:ahLst/>
              <a:cxnLst/>
              <a:rect l="l" t="t" r="r" b="b"/>
              <a:pathLst>
                <a:path w="7146" h="3583" extrusionOk="0">
                  <a:moveTo>
                    <a:pt x="1" y="0"/>
                  </a:moveTo>
                  <a:lnTo>
                    <a:pt x="1" y="3582"/>
                  </a:lnTo>
                  <a:lnTo>
                    <a:pt x="7146" y="3582"/>
                  </a:lnTo>
                  <a:lnTo>
                    <a:pt x="7146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1">
              <a:extLst>
                <a:ext uri="{FF2B5EF4-FFF2-40B4-BE49-F238E27FC236}">
                  <a16:creationId xmlns:a16="http://schemas.microsoft.com/office/drawing/2014/main" id="{52DF5F76-23F4-79B9-ED1B-D7B348FAEAA1}"/>
                </a:ext>
              </a:extLst>
            </p:cNvPr>
            <p:cNvSpPr/>
            <p:nvPr/>
          </p:nvSpPr>
          <p:spPr>
            <a:xfrm>
              <a:off x="3546425" y="2360884"/>
              <a:ext cx="381273" cy="27634"/>
            </a:xfrm>
            <a:custGeom>
              <a:avLst/>
              <a:gdLst/>
              <a:ahLst/>
              <a:cxnLst/>
              <a:rect l="l" t="t" r="r" b="b"/>
              <a:pathLst>
                <a:path w="7713" h="559" extrusionOk="0">
                  <a:moveTo>
                    <a:pt x="0" y="1"/>
                  </a:moveTo>
                  <a:lnTo>
                    <a:pt x="0" y="558"/>
                  </a:lnTo>
                  <a:lnTo>
                    <a:pt x="7712" y="558"/>
                  </a:lnTo>
                  <a:lnTo>
                    <a:pt x="77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1">
              <a:extLst>
                <a:ext uri="{FF2B5EF4-FFF2-40B4-BE49-F238E27FC236}">
                  <a16:creationId xmlns:a16="http://schemas.microsoft.com/office/drawing/2014/main" id="{D3F01928-9FE9-4112-1DB8-332B3BD24558}"/>
                </a:ext>
              </a:extLst>
            </p:cNvPr>
            <p:cNvSpPr/>
            <p:nvPr/>
          </p:nvSpPr>
          <p:spPr>
            <a:xfrm>
              <a:off x="3546425" y="2407154"/>
              <a:ext cx="381273" cy="27585"/>
            </a:xfrm>
            <a:custGeom>
              <a:avLst/>
              <a:gdLst/>
              <a:ahLst/>
              <a:cxnLst/>
              <a:rect l="l" t="t" r="r" b="b"/>
              <a:pathLst>
                <a:path w="7713" h="558" extrusionOk="0">
                  <a:moveTo>
                    <a:pt x="0" y="0"/>
                  </a:moveTo>
                  <a:lnTo>
                    <a:pt x="0" y="558"/>
                  </a:lnTo>
                  <a:lnTo>
                    <a:pt x="7712" y="558"/>
                  </a:lnTo>
                  <a:lnTo>
                    <a:pt x="77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1">
              <a:extLst>
                <a:ext uri="{FF2B5EF4-FFF2-40B4-BE49-F238E27FC236}">
                  <a16:creationId xmlns:a16="http://schemas.microsoft.com/office/drawing/2014/main" id="{4E50B467-86A7-4B9C-9427-EE9441AB4876}"/>
                </a:ext>
              </a:extLst>
            </p:cNvPr>
            <p:cNvSpPr/>
            <p:nvPr/>
          </p:nvSpPr>
          <p:spPr>
            <a:xfrm>
              <a:off x="3546425" y="2453424"/>
              <a:ext cx="381273" cy="27585"/>
            </a:xfrm>
            <a:custGeom>
              <a:avLst/>
              <a:gdLst/>
              <a:ahLst/>
              <a:cxnLst/>
              <a:rect l="l" t="t" r="r" b="b"/>
              <a:pathLst>
                <a:path w="7713" h="558" extrusionOk="0">
                  <a:moveTo>
                    <a:pt x="0" y="0"/>
                  </a:moveTo>
                  <a:lnTo>
                    <a:pt x="0" y="558"/>
                  </a:lnTo>
                  <a:lnTo>
                    <a:pt x="7712" y="558"/>
                  </a:lnTo>
                  <a:lnTo>
                    <a:pt x="77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1">
              <a:extLst>
                <a:ext uri="{FF2B5EF4-FFF2-40B4-BE49-F238E27FC236}">
                  <a16:creationId xmlns:a16="http://schemas.microsoft.com/office/drawing/2014/main" id="{FB23B85F-8AF6-9972-F06D-84A6D2033C5C}"/>
                </a:ext>
              </a:extLst>
            </p:cNvPr>
            <p:cNvSpPr/>
            <p:nvPr/>
          </p:nvSpPr>
          <p:spPr>
            <a:xfrm>
              <a:off x="3502530" y="1574141"/>
              <a:ext cx="488195" cy="377090"/>
            </a:xfrm>
            <a:custGeom>
              <a:avLst/>
              <a:gdLst/>
              <a:ahLst/>
              <a:cxnLst/>
              <a:rect l="l" t="t" r="r" b="b"/>
              <a:pathLst>
                <a:path w="9876" h="7628" fill="none" extrusionOk="0">
                  <a:moveTo>
                    <a:pt x="0" y="5435"/>
                  </a:moveTo>
                  <a:lnTo>
                    <a:pt x="1777" y="29"/>
                  </a:lnTo>
                  <a:lnTo>
                    <a:pt x="2826" y="7628"/>
                  </a:lnTo>
                  <a:lnTo>
                    <a:pt x="4801" y="1"/>
                  </a:lnTo>
                  <a:lnTo>
                    <a:pt x="6578" y="6333"/>
                  </a:lnTo>
                  <a:lnTo>
                    <a:pt x="8288" y="332"/>
                  </a:lnTo>
                  <a:lnTo>
                    <a:pt x="9876" y="5227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0" name="TextBox 709">
            <a:extLst>
              <a:ext uri="{FF2B5EF4-FFF2-40B4-BE49-F238E27FC236}">
                <a16:creationId xmlns:a16="http://schemas.microsoft.com/office/drawing/2014/main" id="{8ED5BB02-C93D-5145-07B6-1842CD7B77F6}"/>
              </a:ext>
            </a:extLst>
          </p:cNvPr>
          <p:cNvSpPr txBox="1"/>
          <p:nvPr/>
        </p:nvSpPr>
        <p:spPr>
          <a:xfrm>
            <a:off x="1038087" y="1540868"/>
            <a:ext cx="5170005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프리젠테이션 6 SemiBold" pitchFamily="2" charset="-127"/>
                <a:ea typeface="프리젠테이션 6 SemiBold" pitchFamily="2" charset="-127"/>
              </a:rPr>
              <a:t>누구나 쉽게 강의실 예약 가능</a:t>
            </a:r>
            <a:endParaRPr lang="en-US" altLang="ko-KR" sz="800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프리젠테이션 6 SemiBold" pitchFamily="2" charset="-127"/>
                <a:ea typeface="프리젠테이션 6 SemiBold" pitchFamily="2" charset="-127"/>
              </a:rPr>
              <a:t>예약 절차 자동화 및 간소화</a:t>
            </a:r>
            <a:endParaRPr lang="en-US" altLang="ko-KR" sz="2000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프리젠테이션 6 SemiBold" pitchFamily="2" charset="-127"/>
                <a:ea typeface="프리젠테이션 6 SemiBold" pitchFamily="2" charset="-127"/>
              </a:rPr>
              <a:t>관리자가 예약을 효율적으로 관리할 수 있는 기능 제공</a:t>
            </a:r>
            <a:endParaRPr lang="en-US" altLang="ko-KR" sz="2000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프리젠테이션 6 SemiBold" pitchFamily="2" charset="-127"/>
                <a:ea typeface="프리젠테이션 6 SemiBold" pitchFamily="2" charset="-127"/>
              </a:rPr>
              <a:t>사용자와 관리자 모두에게 직관적인 </a:t>
            </a:r>
            <a:r>
              <a:rPr lang="en-US" altLang="ko-KR" sz="2000" dirty="0">
                <a:latin typeface="프리젠테이션 6 SemiBold" pitchFamily="2" charset="-127"/>
                <a:ea typeface="프리젠테이션 6 SemiBold" pitchFamily="2" charset="-127"/>
              </a:rPr>
              <a:t>UI </a:t>
            </a:r>
            <a:r>
              <a:rPr lang="ko-KR" altLang="en-US" sz="2000" dirty="0">
                <a:latin typeface="프리젠테이션 6 SemiBold" pitchFamily="2" charset="-127"/>
                <a:ea typeface="프리젠테이션 6 SemiBold" pitchFamily="2" charset="-127"/>
              </a:rPr>
              <a:t>제공</a:t>
            </a:r>
            <a:endParaRPr lang="en-US" altLang="ko-KR" sz="20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3156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>
          <a:extLst>
            <a:ext uri="{FF2B5EF4-FFF2-40B4-BE49-F238E27FC236}">
              <a16:creationId xmlns:a16="http://schemas.microsoft.com/office/drawing/2014/main" id="{4F74F6A7-A7FE-2C02-E367-42DA34829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1">
            <a:extLst>
              <a:ext uri="{FF2B5EF4-FFF2-40B4-BE49-F238E27FC236}">
                <a16:creationId xmlns:a16="http://schemas.microsoft.com/office/drawing/2014/main" id="{DC9B2B64-E984-C98C-6E9C-47006D46E8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latin typeface="프리젠테이션 8 ExtraBold" pitchFamily="2" charset="-127"/>
                <a:ea typeface="프리젠테이션 8 ExtraBold" pitchFamily="2" charset="-127"/>
              </a:rPr>
              <a:t>기대 효과</a:t>
            </a:r>
            <a:endParaRPr sz="3000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cxnSp>
        <p:nvCxnSpPr>
          <p:cNvPr id="658" name="Google Shape;658;p31">
            <a:extLst>
              <a:ext uri="{FF2B5EF4-FFF2-40B4-BE49-F238E27FC236}">
                <a16:creationId xmlns:a16="http://schemas.microsoft.com/office/drawing/2014/main" id="{413936A1-8C4F-9326-BD7F-A0258BFF1412}"/>
              </a:ext>
            </a:extLst>
          </p:cNvPr>
          <p:cNvCxnSpPr/>
          <p:nvPr/>
        </p:nvCxnSpPr>
        <p:spPr>
          <a:xfrm>
            <a:off x="0" y="307163"/>
            <a:ext cx="4570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88" name="Google Shape;688;p31">
            <a:extLst>
              <a:ext uri="{FF2B5EF4-FFF2-40B4-BE49-F238E27FC236}">
                <a16:creationId xmlns:a16="http://schemas.microsoft.com/office/drawing/2014/main" id="{E639EED4-D183-68CE-FC11-293DE4895EA6}"/>
              </a:ext>
            </a:extLst>
          </p:cNvPr>
          <p:cNvGrpSpPr/>
          <p:nvPr/>
        </p:nvGrpSpPr>
        <p:grpSpPr>
          <a:xfrm>
            <a:off x="6724535" y="578059"/>
            <a:ext cx="838995" cy="799177"/>
            <a:chOff x="5694450" y="929325"/>
            <a:chExt cx="607000" cy="578150"/>
          </a:xfrm>
        </p:grpSpPr>
        <p:sp>
          <p:nvSpPr>
            <p:cNvPr id="689" name="Google Shape;689;p31">
              <a:extLst>
                <a:ext uri="{FF2B5EF4-FFF2-40B4-BE49-F238E27FC236}">
                  <a16:creationId xmlns:a16="http://schemas.microsoft.com/office/drawing/2014/main" id="{7EFB7647-FB57-58EC-B3B1-0ACEC35D63BA}"/>
                </a:ext>
              </a:extLst>
            </p:cNvPr>
            <p:cNvSpPr/>
            <p:nvPr/>
          </p:nvSpPr>
          <p:spPr>
            <a:xfrm>
              <a:off x="5694450" y="929325"/>
              <a:ext cx="607000" cy="354825"/>
            </a:xfrm>
            <a:custGeom>
              <a:avLst/>
              <a:gdLst/>
              <a:ahLst/>
              <a:cxnLst/>
              <a:rect l="l" t="t" r="r" b="b"/>
              <a:pathLst>
                <a:path w="24280" h="14193" extrusionOk="0">
                  <a:moveTo>
                    <a:pt x="11171" y="0"/>
                  </a:moveTo>
                  <a:cubicBezTo>
                    <a:pt x="8128" y="0"/>
                    <a:pt x="5661" y="2457"/>
                    <a:pt x="5642" y="5491"/>
                  </a:cubicBezTo>
                  <a:cubicBezTo>
                    <a:pt x="5255" y="5387"/>
                    <a:pt x="4858" y="5321"/>
                    <a:pt x="4442" y="5321"/>
                  </a:cubicBezTo>
                  <a:cubicBezTo>
                    <a:pt x="1985" y="5321"/>
                    <a:pt x="0" y="7305"/>
                    <a:pt x="0" y="9763"/>
                  </a:cubicBezTo>
                  <a:cubicBezTo>
                    <a:pt x="0" y="12210"/>
                    <a:pt x="1853" y="14053"/>
                    <a:pt x="4178" y="14185"/>
                  </a:cubicBezTo>
                  <a:cubicBezTo>
                    <a:pt x="4220" y="14190"/>
                    <a:pt x="8376" y="14193"/>
                    <a:pt x="12532" y="14193"/>
                  </a:cubicBezTo>
                  <a:cubicBezTo>
                    <a:pt x="16688" y="14193"/>
                    <a:pt x="20844" y="14190"/>
                    <a:pt x="20886" y="14185"/>
                  </a:cubicBezTo>
                  <a:lnTo>
                    <a:pt x="20990" y="14185"/>
                  </a:lnTo>
                  <a:lnTo>
                    <a:pt x="20990" y="14176"/>
                  </a:lnTo>
                  <a:cubicBezTo>
                    <a:pt x="22833" y="13996"/>
                    <a:pt x="24279" y="12437"/>
                    <a:pt x="24279" y="10547"/>
                  </a:cubicBezTo>
                  <a:cubicBezTo>
                    <a:pt x="24279" y="8865"/>
                    <a:pt x="23145" y="7457"/>
                    <a:pt x="21614" y="7031"/>
                  </a:cubicBezTo>
                  <a:cubicBezTo>
                    <a:pt x="21614" y="6994"/>
                    <a:pt x="21614" y="6965"/>
                    <a:pt x="21614" y="6937"/>
                  </a:cubicBezTo>
                  <a:cubicBezTo>
                    <a:pt x="21614" y="4924"/>
                    <a:pt x="19979" y="3289"/>
                    <a:pt x="17957" y="3289"/>
                  </a:cubicBezTo>
                  <a:cubicBezTo>
                    <a:pt x="17390" y="3289"/>
                    <a:pt x="16860" y="3421"/>
                    <a:pt x="16378" y="3648"/>
                  </a:cubicBezTo>
                  <a:cubicBezTo>
                    <a:pt x="15613" y="1522"/>
                    <a:pt x="13572" y="0"/>
                    <a:pt x="1117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1">
              <a:extLst>
                <a:ext uri="{FF2B5EF4-FFF2-40B4-BE49-F238E27FC236}">
                  <a16:creationId xmlns:a16="http://schemas.microsoft.com/office/drawing/2014/main" id="{0C1F79C3-4503-DF7D-78C8-27BD069B677E}"/>
                </a:ext>
              </a:extLst>
            </p:cNvPr>
            <p:cNvSpPr/>
            <p:nvPr/>
          </p:nvSpPr>
          <p:spPr>
            <a:xfrm>
              <a:off x="5862675" y="1216625"/>
              <a:ext cx="199675" cy="290850"/>
            </a:xfrm>
            <a:custGeom>
              <a:avLst/>
              <a:gdLst/>
              <a:ahLst/>
              <a:cxnLst/>
              <a:rect l="l" t="t" r="r" b="b"/>
              <a:pathLst>
                <a:path w="7987" h="11634" extrusionOk="0">
                  <a:moveTo>
                    <a:pt x="2552" y="0"/>
                  </a:moveTo>
                  <a:lnTo>
                    <a:pt x="2552" y="6398"/>
                  </a:lnTo>
                  <a:lnTo>
                    <a:pt x="0" y="6398"/>
                  </a:lnTo>
                  <a:lnTo>
                    <a:pt x="1994" y="9016"/>
                  </a:lnTo>
                  <a:lnTo>
                    <a:pt x="3998" y="11634"/>
                  </a:lnTo>
                  <a:lnTo>
                    <a:pt x="5992" y="9016"/>
                  </a:lnTo>
                  <a:lnTo>
                    <a:pt x="7986" y="6398"/>
                  </a:lnTo>
                  <a:lnTo>
                    <a:pt x="5434" y="6398"/>
                  </a:lnTo>
                  <a:lnTo>
                    <a:pt x="543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1">
              <a:extLst>
                <a:ext uri="{FF2B5EF4-FFF2-40B4-BE49-F238E27FC236}">
                  <a16:creationId xmlns:a16="http://schemas.microsoft.com/office/drawing/2014/main" id="{228E061A-F9FF-963D-E4AE-8E334867632F}"/>
                </a:ext>
              </a:extLst>
            </p:cNvPr>
            <p:cNvSpPr/>
            <p:nvPr/>
          </p:nvSpPr>
          <p:spPr>
            <a:xfrm>
              <a:off x="5933325" y="1085250"/>
              <a:ext cx="199900" cy="290875"/>
            </a:xfrm>
            <a:custGeom>
              <a:avLst/>
              <a:gdLst/>
              <a:ahLst/>
              <a:cxnLst/>
              <a:rect l="l" t="t" r="r" b="b"/>
              <a:pathLst>
                <a:path w="7996" h="11635" extrusionOk="0">
                  <a:moveTo>
                    <a:pt x="3998" y="0"/>
                  </a:moveTo>
                  <a:lnTo>
                    <a:pt x="2004" y="2618"/>
                  </a:lnTo>
                  <a:lnTo>
                    <a:pt x="0" y="5236"/>
                  </a:lnTo>
                  <a:lnTo>
                    <a:pt x="2561" y="5236"/>
                  </a:lnTo>
                  <a:lnTo>
                    <a:pt x="2561" y="11634"/>
                  </a:lnTo>
                  <a:lnTo>
                    <a:pt x="5434" y="11634"/>
                  </a:lnTo>
                  <a:lnTo>
                    <a:pt x="5434" y="5236"/>
                  </a:lnTo>
                  <a:lnTo>
                    <a:pt x="7995" y="5236"/>
                  </a:lnTo>
                  <a:lnTo>
                    <a:pt x="5992" y="2618"/>
                  </a:lnTo>
                  <a:lnTo>
                    <a:pt x="3998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2" name="Google Shape;692;p31">
            <a:extLst>
              <a:ext uri="{FF2B5EF4-FFF2-40B4-BE49-F238E27FC236}">
                <a16:creationId xmlns:a16="http://schemas.microsoft.com/office/drawing/2014/main" id="{863F8AE2-5E86-8FFB-5523-441078A0E741}"/>
              </a:ext>
            </a:extLst>
          </p:cNvPr>
          <p:cNvGrpSpPr/>
          <p:nvPr/>
        </p:nvGrpSpPr>
        <p:grpSpPr>
          <a:xfrm>
            <a:off x="153372" y="3445577"/>
            <a:ext cx="519461" cy="799222"/>
            <a:chOff x="3334313" y="1341356"/>
            <a:chExt cx="798434" cy="1228438"/>
          </a:xfrm>
        </p:grpSpPr>
        <p:sp>
          <p:nvSpPr>
            <p:cNvPr id="693" name="Google Shape;693;p31">
              <a:extLst>
                <a:ext uri="{FF2B5EF4-FFF2-40B4-BE49-F238E27FC236}">
                  <a16:creationId xmlns:a16="http://schemas.microsoft.com/office/drawing/2014/main" id="{E057A18B-028B-5E93-2282-56B7E8EFD0A5}"/>
                </a:ext>
              </a:extLst>
            </p:cNvPr>
            <p:cNvSpPr/>
            <p:nvPr/>
          </p:nvSpPr>
          <p:spPr>
            <a:xfrm>
              <a:off x="3334313" y="1341356"/>
              <a:ext cx="798434" cy="999971"/>
            </a:xfrm>
            <a:custGeom>
              <a:avLst/>
              <a:gdLst/>
              <a:ahLst/>
              <a:cxnLst/>
              <a:rect l="l" t="t" r="r" b="b"/>
              <a:pathLst>
                <a:path w="16152" h="20228" extrusionOk="0">
                  <a:moveTo>
                    <a:pt x="8144" y="1"/>
                  </a:moveTo>
                  <a:cubicBezTo>
                    <a:pt x="8069" y="1"/>
                    <a:pt x="7995" y="2"/>
                    <a:pt x="7920" y="4"/>
                  </a:cubicBezTo>
                  <a:cubicBezTo>
                    <a:pt x="3791" y="117"/>
                    <a:pt x="379" y="3444"/>
                    <a:pt x="152" y="7564"/>
                  </a:cubicBezTo>
                  <a:cubicBezTo>
                    <a:pt x="1" y="10305"/>
                    <a:pt x="1239" y="12762"/>
                    <a:pt x="3214" y="14312"/>
                  </a:cubicBezTo>
                  <a:cubicBezTo>
                    <a:pt x="3791" y="14765"/>
                    <a:pt x="4291" y="15323"/>
                    <a:pt x="4641" y="15966"/>
                  </a:cubicBezTo>
                  <a:cubicBezTo>
                    <a:pt x="4991" y="16589"/>
                    <a:pt x="5274" y="17393"/>
                    <a:pt x="5340" y="18357"/>
                  </a:cubicBezTo>
                  <a:lnTo>
                    <a:pt x="5340" y="20228"/>
                  </a:lnTo>
                  <a:lnTo>
                    <a:pt x="10945" y="20228"/>
                  </a:lnTo>
                  <a:lnTo>
                    <a:pt x="10954" y="18347"/>
                  </a:lnTo>
                  <a:cubicBezTo>
                    <a:pt x="11020" y="17383"/>
                    <a:pt x="11304" y="16599"/>
                    <a:pt x="11644" y="15966"/>
                  </a:cubicBezTo>
                  <a:cubicBezTo>
                    <a:pt x="12003" y="15314"/>
                    <a:pt x="12513" y="14756"/>
                    <a:pt x="13099" y="14293"/>
                  </a:cubicBezTo>
                  <a:cubicBezTo>
                    <a:pt x="14961" y="12828"/>
                    <a:pt x="16152" y="10560"/>
                    <a:pt x="16152" y="8008"/>
                  </a:cubicBezTo>
                  <a:cubicBezTo>
                    <a:pt x="16152" y="3584"/>
                    <a:pt x="12568" y="1"/>
                    <a:pt x="8144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1">
              <a:extLst>
                <a:ext uri="{FF2B5EF4-FFF2-40B4-BE49-F238E27FC236}">
                  <a16:creationId xmlns:a16="http://schemas.microsoft.com/office/drawing/2014/main" id="{1432EF1C-8CD1-B07C-06DC-F032CDCC71F0}"/>
                </a:ext>
              </a:extLst>
            </p:cNvPr>
            <p:cNvSpPr/>
            <p:nvPr/>
          </p:nvSpPr>
          <p:spPr>
            <a:xfrm>
              <a:off x="3625368" y="2491686"/>
              <a:ext cx="222891" cy="78107"/>
            </a:xfrm>
            <a:custGeom>
              <a:avLst/>
              <a:gdLst/>
              <a:ahLst/>
              <a:cxnLst/>
              <a:rect l="l" t="t" r="r" b="b"/>
              <a:pathLst>
                <a:path w="4509" h="1580" extrusionOk="0">
                  <a:moveTo>
                    <a:pt x="1" y="1"/>
                  </a:moveTo>
                  <a:lnTo>
                    <a:pt x="1" y="1579"/>
                  </a:lnTo>
                  <a:lnTo>
                    <a:pt x="4509" y="1579"/>
                  </a:lnTo>
                  <a:lnTo>
                    <a:pt x="450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1">
              <a:extLst>
                <a:ext uri="{FF2B5EF4-FFF2-40B4-BE49-F238E27FC236}">
                  <a16:creationId xmlns:a16="http://schemas.microsoft.com/office/drawing/2014/main" id="{2261C970-407D-6E6F-0E54-5751B6EFA282}"/>
                </a:ext>
              </a:extLst>
            </p:cNvPr>
            <p:cNvSpPr/>
            <p:nvPr/>
          </p:nvSpPr>
          <p:spPr>
            <a:xfrm>
              <a:off x="3560415" y="2332410"/>
              <a:ext cx="353245" cy="177126"/>
            </a:xfrm>
            <a:custGeom>
              <a:avLst/>
              <a:gdLst/>
              <a:ahLst/>
              <a:cxnLst/>
              <a:rect l="l" t="t" r="r" b="b"/>
              <a:pathLst>
                <a:path w="7146" h="3583" extrusionOk="0">
                  <a:moveTo>
                    <a:pt x="1" y="0"/>
                  </a:moveTo>
                  <a:lnTo>
                    <a:pt x="1" y="3582"/>
                  </a:lnTo>
                  <a:lnTo>
                    <a:pt x="7146" y="3582"/>
                  </a:lnTo>
                  <a:lnTo>
                    <a:pt x="7146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1">
              <a:extLst>
                <a:ext uri="{FF2B5EF4-FFF2-40B4-BE49-F238E27FC236}">
                  <a16:creationId xmlns:a16="http://schemas.microsoft.com/office/drawing/2014/main" id="{18651AEE-9671-ABCF-B6F5-2747E3572F4E}"/>
                </a:ext>
              </a:extLst>
            </p:cNvPr>
            <p:cNvSpPr/>
            <p:nvPr/>
          </p:nvSpPr>
          <p:spPr>
            <a:xfrm>
              <a:off x="3546425" y="2360884"/>
              <a:ext cx="381273" cy="27634"/>
            </a:xfrm>
            <a:custGeom>
              <a:avLst/>
              <a:gdLst/>
              <a:ahLst/>
              <a:cxnLst/>
              <a:rect l="l" t="t" r="r" b="b"/>
              <a:pathLst>
                <a:path w="7713" h="559" extrusionOk="0">
                  <a:moveTo>
                    <a:pt x="0" y="1"/>
                  </a:moveTo>
                  <a:lnTo>
                    <a:pt x="0" y="558"/>
                  </a:lnTo>
                  <a:lnTo>
                    <a:pt x="7712" y="558"/>
                  </a:lnTo>
                  <a:lnTo>
                    <a:pt x="77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1">
              <a:extLst>
                <a:ext uri="{FF2B5EF4-FFF2-40B4-BE49-F238E27FC236}">
                  <a16:creationId xmlns:a16="http://schemas.microsoft.com/office/drawing/2014/main" id="{D821E94C-083E-AE65-286F-94C4E5D7C000}"/>
                </a:ext>
              </a:extLst>
            </p:cNvPr>
            <p:cNvSpPr/>
            <p:nvPr/>
          </p:nvSpPr>
          <p:spPr>
            <a:xfrm>
              <a:off x="3546425" y="2407154"/>
              <a:ext cx="381273" cy="27585"/>
            </a:xfrm>
            <a:custGeom>
              <a:avLst/>
              <a:gdLst/>
              <a:ahLst/>
              <a:cxnLst/>
              <a:rect l="l" t="t" r="r" b="b"/>
              <a:pathLst>
                <a:path w="7713" h="558" extrusionOk="0">
                  <a:moveTo>
                    <a:pt x="0" y="0"/>
                  </a:moveTo>
                  <a:lnTo>
                    <a:pt x="0" y="558"/>
                  </a:lnTo>
                  <a:lnTo>
                    <a:pt x="7712" y="558"/>
                  </a:lnTo>
                  <a:lnTo>
                    <a:pt x="77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1">
              <a:extLst>
                <a:ext uri="{FF2B5EF4-FFF2-40B4-BE49-F238E27FC236}">
                  <a16:creationId xmlns:a16="http://schemas.microsoft.com/office/drawing/2014/main" id="{FF00F0C8-649B-6E19-A058-F8485CB40DF1}"/>
                </a:ext>
              </a:extLst>
            </p:cNvPr>
            <p:cNvSpPr/>
            <p:nvPr/>
          </p:nvSpPr>
          <p:spPr>
            <a:xfrm>
              <a:off x="3546425" y="2453424"/>
              <a:ext cx="381273" cy="27585"/>
            </a:xfrm>
            <a:custGeom>
              <a:avLst/>
              <a:gdLst/>
              <a:ahLst/>
              <a:cxnLst/>
              <a:rect l="l" t="t" r="r" b="b"/>
              <a:pathLst>
                <a:path w="7713" h="558" extrusionOk="0">
                  <a:moveTo>
                    <a:pt x="0" y="0"/>
                  </a:moveTo>
                  <a:lnTo>
                    <a:pt x="0" y="558"/>
                  </a:lnTo>
                  <a:lnTo>
                    <a:pt x="7712" y="558"/>
                  </a:lnTo>
                  <a:lnTo>
                    <a:pt x="77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1">
              <a:extLst>
                <a:ext uri="{FF2B5EF4-FFF2-40B4-BE49-F238E27FC236}">
                  <a16:creationId xmlns:a16="http://schemas.microsoft.com/office/drawing/2014/main" id="{E8ECAE33-244B-A0A0-56DA-6570A15BD017}"/>
                </a:ext>
              </a:extLst>
            </p:cNvPr>
            <p:cNvSpPr/>
            <p:nvPr/>
          </p:nvSpPr>
          <p:spPr>
            <a:xfrm>
              <a:off x="3502530" y="1574141"/>
              <a:ext cx="488195" cy="377090"/>
            </a:xfrm>
            <a:custGeom>
              <a:avLst/>
              <a:gdLst/>
              <a:ahLst/>
              <a:cxnLst/>
              <a:rect l="l" t="t" r="r" b="b"/>
              <a:pathLst>
                <a:path w="9876" h="7628" fill="none" extrusionOk="0">
                  <a:moveTo>
                    <a:pt x="0" y="5435"/>
                  </a:moveTo>
                  <a:lnTo>
                    <a:pt x="1777" y="29"/>
                  </a:lnTo>
                  <a:lnTo>
                    <a:pt x="2826" y="7628"/>
                  </a:lnTo>
                  <a:lnTo>
                    <a:pt x="4801" y="1"/>
                  </a:lnTo>
                  <a:lnTo>
                    <a:pt x="6578" y="6333"/>
                  </a:lnTo>
                  <a:lnTo>
                    <a:pt x="8288" y="332"/>
                  </a:lnTo>
                  <a:lnTo>
                    <a:pt x="9876" y="5227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0" name="TextBox 709">
            <a:extLst>
              <a:ext uri="{FF2B5EF4-FFF2-40B4-BE49-F238E27FC236}">
                <a16:creationId xmlns:a16="http://schemas.microsoft.com/office/drawing/2014/main" id="{219DDAA9-8188-E3E8-711A-9AAB28E94452}"/>
              </a:ext>
            </a:extLst>
          </p:cNvPr>
          <p:cNvSpPr txBox="1"/>
          <p:nvPr/>
        </p:nvSpPr>
        <p:spPr>
          <a:xfrm>
            <a:off x="1038087" y="1540868"/>
            <a:ext cx="477887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프리젠테이션 6 SemiBold" pitchFamily="2" charset="-127"/>
                <a:ea typeface="프리젠테이션 6 SemiBold" pitchFamily="2" charset="-127"/>
              </a:rPr>
              <a:t>예약 충돌 및 중복 방지</a:t>
            </a:r>
            <a:endParaRPr lang="en-US" altLang="ko-KR" sz="2000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프리젠테이션 6 SemiBold" pitchFamily="2" charset="-127"/>
                <a:ea typeface="프리젠테이션 6 SemiBold" pitchFamily="2" charset="-127"/>
              </a:rPr>
              <a:t>공간 자원 활용 향상</a:t>
            </a:r>
            <a:endParaRPr lang="en-US" altLang="ko-KR" sz="800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프리젠테이션 6 SemiBold" pitchFamily="2" charset="-127"/>
                <a:ea typeface="프리젠테이션 6 SemiBold" pitchFamily="2" charset="-127"/>
              </a:rPr>
              <a:t>실시간으로 예약 현황 확인 가능</a:t>
            </a:r>
            <a:endParaRPr lang="en-US" altLang="ko-KR" sz="2000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프리젠테이션 6 SemiBold" pitchFamily="2" charset="-127"/>
                <a:ea typeface="프리젠테이션 6 SemiBold" pitchFamily="2" charset="-127"/>
              </a:rPr>
              <a:t>관리자 업무 부담 감소 및 통계 기반 관리 가능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프리젠테이션 6 SemiBold" pitchFamily="2" charset="-127"/>
                <a:ea typeface="프리젠테이션 6 SemiBold" pitchFamily="2" charset="-127"/>
              </a:rPr>
              <a:t>수업 시간 외에도 강의실 예약을 위한 시스템 제공</a:t>
            </a:r>
            <a:endParaRPr lang="en-US" altLang="ko-KR" sz="20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grpSp>
        <p:nvGrpSpPr>
          <p:cNvPr id="2" name="Google Shape;1056;p39">
            <a:extLst>
              <a:ext uri="{FF2B5EF4-FFF2-40B4-BE49-F238E27FC236}">
                <a16:creationId xmlns:a16="http://schemas.microsoft.com/office/drawing/2014/main" id="{C7C4FE7E-242D-44EA-FCEB-491B7EBF9CEC}"/>
              </a:ext>
            </a:extLst>
          </p:cNvPr>
          <p:cNvGrpSpPr/>
          <p:nvPr/>
        </p:nvGrpSpPr>
        <p:grpSpPr>
          <a:xfrm>
            <a:off x="7462769" y="2049211"/>
            <a:ext cx="1077850" cy="1979450"/>
            <a:chOff x="1806583" y="1548250"/>
            <a:chExt cx="1374848" cy="2476449"/>
          </a:xfrm>
        </p:grpSpPr>
        <p:sp>
          <p:nvSpPr>
            <p:cNvPr id="3" name="Google Shape;1057;p39">
              <a:extLst>
                <a:ext uri="{FF2B5EF4-FFF2-40B4-BE49-F238E27FC236}">
                  <a16:creationId xmlns:a16="http://schemas.microsoft.com/office/drawing/2014/main" id="{FDD93C1D-FA78-F801-C50A-DFE173485B3B}"/>
                </a:ext>
              </a:extLst>
            </p:cNvPr>
            <p:cNvSpPr/>
            <p:nvPr/>
          </p:nvSpPr>
          <p:spPr>
            <a:xfrm>
              <a:off x="1806583" y="1548250"/>
              <a:ext cx="1374167" cy="2468599"/>
            </a:xfrm>
            <a:custGeom>
              <a:avLst/>
              <a:gdLst/>
              <a:ahLst/>
              <a:cxnLst/>
              <a:rect l="l" t="t" r="r" b="b"/>
              <a:pathLst>
                <a:path w="18166" h="32634" extrusionOk="0">
                  <a:moveTo>
                    <a:pt x="1182" y="1"/>
                  </a:moveTo>
                  <a:cubicBezTo>
                    <a:pt x="530" y="1"/>
                    <a:pt x="1" y="521"/>
                    <a:pt x="1" y="1173"/>
                  </a:cubicBezTo>
                  <a:lnTo>
                    <a:pt x="1" y="31452"/>
                  </a:lnTo>
                  <a:cubicBezTo>
                    <a:pt x="1" y="32104"/>
                    <a:pt x="530" y="32634"/>
                    <a:pt x="1182" y="32634"/>
                  </a:cubicBezTo>
                  <a:lnTo>
                    <a:pt x="16993" y="32634"/>
                  </a:lnTo>
                  <a:cubicBezTo>
                    <a:pt x="17645" y="32634"/>
                    <a:pt x="18165" y="32104"/>
                    <a:pt x="18165" y="31452"/>
                  </a:cubicBezTo>
                  <a:lnTo>
                    <a:pt x="18165" y="1173"/>
                  </a:lnTo>
                  <a:cubicBezTo>
                    <a:pt x="18165" y="521"/>
                    <a:pt x="17645" y="1"/>
                    <a:pt x="16993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058;p39">
              <a:extLst>
                <a:ext uri="{FF2B5EF4-FFF2-40B4-BE49-F238E27FC236}">
                  <a16:creationId xmlns:a16="http://schemas.microsoft.com/office/drawing/2014/main" id="{BB01BFCA-E9D5-346C-5D3B-EA5C8DD1CC7F}"/>
                </a:ext>
              </a:extLst>
            </p:cNvPr>
            <p:cNvSpPr/>
            <p:nvPr/>
          </p:nvSpPr>
          <p:spPr>
            <a:xfrm>
              <a:off x="1807340" y="1548250"/>
              <a:ext cx="1374091" cy="326786"/>
            </a:xfrm>
            <a:custGeom>
              <a:avLst/>
              <a:gdLst/>
              <a:ahLst/>
              <a:cxnLst/>
              <a:rect l="l" t="t" r="r" b="b"/>
              <a:pathLst>
                <a:path w="18165" h="4320" extrusionOk="0">
                  <a:moveTo>
                    <a:pt x="1172" y="1"/>
                  </a:moveTo>
                  <a:cubicBezTo>
                    <a:pt x="520" y="1"/>
                    <a:pt x="0" y="530"/>
                    <a:pt x="0" y="1173"/>
                  </a:cubicBezTo>
                  <a:lnTo>
                    <a:pt x="0" y="4320"/>
                  </a:lnTo>
                  <a:lnTo>
                    <a:pt x="18165" y="4320"/>
                  </a:lnTo>
                  <a:lnTo>
                    <a:pt x="18165" y="1173"/>
                  </a:lnTo>
                  <a:cubicBezTo>
                    <a:pt x="18165" y="530"/>
                    <a:pt x="17635" y="1"/>
                    <a:pt x="1698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059;p39">
              <a:extLst>
                <a:ext uri="{FF2B5EF4-FFF2-40B4-BE49-F238E27FC236}">
                  <a16:creationId xmlns:a16="http://schemas.microsoft.com/office/drawing/2014/main" id="{2EF03436-DDA9-444B-EAE6-6C280877937C}"/>
                </a:ext>
              </a:extLst>
            </p:cNvPr>
            <p:cNvSpPr/>
            <p:nvPr/>
          </p:nvSpPr>
          <p:spPr>
            <a:xfrm>
              <a:off x="1806583" y="3698669"/>
              <a:ext cx="1374848" cy="326030"/>
            </a:xfrm>
            <a:custGeom>
              <a:avLst/>
              <a:gdLst/>
              <a:ahLst/>
              <a:cxnLst/>
              <a:rect l="l" t="t" r="r" b="b"/>
              <a:pathLst>
                <a:path w="18175" h="4310" extrusionOk="0">
                  <a:moveTo>
                    <a:pt x="1" y="0"/>
                  </a:moveTo>
                  <a:lnTo>
                    <a:pt x="1" y="3138"/>
                  </a:lnTo>
                  <a:cubicBezTo>
                    <a:pt x="1" y="3790"/>
                    <a:pt x="530" y="4310"/>
                    <a:pt x="1182" y="4310"/>
                  </a:cubicBezTo>
                  <a:lnTo>
                    <a:pt x="16993" y="4310"/>
                  </a:lnTo>
                  <a:cubicBezTo>
                    <a:pt x="17645" y="4310"/>
                    <a:pt x="18175" y="3790"/>
                    <a:pt x="18175" y="3138"/>
                  </a:cubicBezTo>
                  <a:lnTo>
                    <a:pt x="18175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60;p39">
              <a:extLst>
                <a:ext uri="{FF2B5EF4-FFF2-40B4-BE49-F238E27FC236}">
                  <a16:creationId xmlns:a16="http://schemas.microsoft.com/office/drawing/2014/main" id="{B9DA15DC-E3C8-81E1-7D11-5C24AC90BCBD}"/>
                </a:ext>
              </a:extLst>
            </p:cNvPr>
            <p:cNvSpPr/>
            <p:nvPr/>
          </p:nvSpPr>
          <p:spPr>
            <a:xfrm>
              <a:off x="2282005" y="1683351"/>
              <a:ext cx="423990" cy="37293"/>
            </a:xfrm>
            <a:custGeom>
              <a:avLst/>
              <a:gdLst/>
              <a:ahLst/>
              <a:cxnLst/>
              <a:rect l="l" t="t" r="r" b="b"/>
              <a:pathLst>
                <a:path w="5605" h="493" extrusionOk="0">
                  <a:moveTo>
                    <a:pt x="1" y="1"/>
                  </a:moveTo>
                  <a:lnTo>
                    <a:pt x="1" y="492"/>
                  </a:lnTo>
                  <a:lnTo>
                    <a:pt x="5605" y="492"/>
                  </a:lnTo>
                  <a:lnTo>
                    <a:pt x="560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061;p39">
              <a:extLst>
                <a:ext uri="{FF2B5EF4-FFF2-40B4-BE49-F238E27FC236}">
                  <a16:creationId xmlns:a16="http://schemas.microsoft.com/office/drawing/2014/main" id="{F0835560-46CF-238D-3FDD-1291E4529551}"/>
                </a:ext>
              </a:extLst>
            </p:cNvPr>
            <p:cNvSpPr/>
            <p:nvPr/>
          </p:nvSpPr>
          <p:spPr>
            <a:xfrm>
              <a:off x="2393504" y="3761529"/>
              <a:ext cx="200989" cy="200989"/>
            </a:xfrm>
            <a:custGeom>
              <a:avLst/>
              <a:gdLst/>
              <a:ahLst/>
              <a:cxnLst/>
              <a:rect l="l" t="t" r="r" b="b"/>
              <a:pathLst>
                <a:path w="2657" h="2657" extrusionOk="0">
                  <a:moveTo>
                    <a:pt x="1333" y="1"/>
                  </a:moveTo>
                  <a:cubicBezTo>
                    <a:pt x="596" y="1"/>
                    <a:pt x="1" y="596"/>
                    <a:pt x="1" y="1324"/>
                  </a:cubicBezTo>
                  <a:cubicBezTo>
                    <a:pt x="1" y="2061"/>
                    <a:pt x="596" y="2656"/>
                    <a:pt x="1333" y="2656"/>
                  </a:cubicBezTo>
                  <a:cubicBezTo>
                    <a:pt x="2061" y="2656"/>
                    <a:pt x="2657" y="2061"/>
                    <a:pt x="2657" y="1324"/>
                  </a:cubicBezTo>
                  <a:cubicBezTo>
                    <a:pt x="2657" y="596"/>
                    <a:pt x="2061" y="1"/>
                    <a:pt x="133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1062;p39">
              <a:extLst>
                <a:ext uri="{FF2B5EF4-FFF2-40B4-BE49-F238E27FC236}">
                  <a16:creationId xmlns:a16="http://schemas.microsoft.com/office/drawing/2014/main" id="{56C83157-C7E0-87FD-0EDA-3CEEB9101A68}"/>
                </a:ext>
              </a:extLst>
            </p:cNvPr>
            <p:cNvGrpSpPr/>
            <p:nvPr/>
          </p:nvGrpSpPr>
          <p:grpSpPr>
            <a:xfrm>
              <a:off x="1934288" y="1969238"/>
              <a:ext cx="1120200" cy="857900"/>
              <a:chOff x="2193325" y="4127163"/>
              <a:chExt cx="1120200" cy="857900"/>
            </a:xfrm>
          </p:grpSpPr>
          <p:sp>
            <p:nvSpPr>
              <p:cNvPr id="12" name="Google Shape;1063;p39">
                <a:extLst>
                  <a:ext uri="{FF2B5EF4-FFF2-40B4-BE49-F238E27FC236}">
                    <a16:creationId xmlns:a16="http://schemas.microsoft.com/office/drawing/2014/main" id="{F0A07067-140B-E0DB-8A73-ABDCED268EE0}"/>
                  </a:ext>
                </a:extLst>
              </p:cNvPr>
              <p:cNvSpPr/>
              <p:nvPr/>
            </p:nvSpPr>
            <p:spPr>
              <a:xfrm>
                <a:off x="2193325" y="4127163"/>
                <a:ext cx="248400" cy="248400"/>
              </a:xfrm>
              <a:prstGeom prst="donut">
                <a:avLst>
                  <a:gd name="adj" fmla="val 25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064;p39">
                <a:extLst>
                  <a:ext uri="{FF2B5EF4-FFF2-40B4-BE49-F238E27FC236}">
                    <a16:creationId xmlns:a16="http://schemas.microsoft.com/office/drawing/2014/main" id="{88922F73-DCA1-6FF8-1839-92515E87A01A}"/>
                  </a:ext>
                </a:extLst>
              </p:cNvPr>
              <p:cNvSpPr/>
              <p:nvPr/>
            </p:nvSpPr>
            <p:spPr>
              <a:xfrm>
                <a:off x="2193325" y="4127163"/>
                <a:ext cx="248400" cy="248400"/>
              </a:xfrm>
              <a:prstGeom prst="blockArc">
                <a:avLst>
                  <a:gd name="adj1" fmla="val 8495047"/>
                  <a:gd name="adj2" fmla="val 16399518"/>
                  <a:gd name="adj3" fmla="val 24494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065;p39">
                <a:extLst>
                  <a:ext uri="{FF2B5EF4-FFF2-40B4-BE49-F238E27FC236}">
                    <a16:creationId xmlns:a16="http://schemas.microsoft.com/office/drawing/2014/main" id="{B2D40C11-CB92-1075-6219-8C8228CE023D}"/>
                  </a:ext>
                </a:extLst>
              </p:cNvPr>
              <p:cNvSpPr/>
              <p:nvPr/>
            </p:nvSpPr>
            <p:spPr>
              <a:xfrm>
                <a:off x="2488500" y="4171137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066;p39">
                <a:extLst>
                  <a:ext uri="{FF2B5EF4-FFF2-40B4-BE49-F238E27FC236}">
                    <a16:creationId xmlns:a16="http://schemas.microsoft.com/office/drawing/2014/main" id="{DB133972-225A-E464-962F-67BA48F3BA32}"/>
                  </a:ext>
                </a:extLst>
              </p:cNvPr>
              <p:cNvSpPr/>
              <p:nvPr/>
            </p:nvSpPr>
            <p:spPr>
              <a:xfrm>
                <a:off x="2488500" y="4241672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067;p39">
                <a:extLst>
                  <a:ext uri="{FF2B5EF4-FFF2-40B4-BE49-F238E27FC236}">
                    <a16:creationId xmlns:a16="http://schemas.microsoft.com/office/drawing/2014/main" id="{D9F59D77-9195-F80B-46EF-FB795ABFD741}"/>
                  </a:ext>
                </a:extLst>
              </p:cNvPr>
              <p:cNvSpPr/>
              <p:nvPr/>
            </p:nvSpPr>
            <p:spPr>
              <a:xfrm>
                <a:off x="2358025" y="4489838"/>
                <a:ext cx="95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068;p39">
                <a:extLst>
                  <a:ext uri="{FF2B5EF4-FFF2-40B4-BE49-F238E27FC236}">
                    <a16:creationId xmlns:a16="http://schemas.microsoft.com/office/drawing/2014/main" id="{9E56C8C4-BBE4-AC2C-6B81-2F42021626DD}"/>
                  </a:ext>
                </a:extLst>
              </p:cNvPr>
              <p:cNvSpPr/>
              <p:nvPr/>
            </p:nvSpPr>
            <p:spPr>
              <a:xfrm>
                <a:off x="2358025" y="4642213"/>
                <a:ext cx="95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069;p39">
                <a:extLst>
                  <a:ext uri="{FF2B5EF4-FFF2-40B4-BE49-F238E27FC236}">
                    <a16:creationId xmlns:a16="http://schemas.microsoft.com/office/drawing/2014/main" id="{E3ED9FDD-72F8-F9F9-FBBE-38AEBCE4BD12}"/>
                  </a:ext>
                </a:extLst>
              </p:cNvPr>
              <p:cNvSpPr/>
              <p:nvPr/>
            </p:nvSpPr>
            <p:spPr>
              <a:xfrm>
                <a:off x="2358025" y="4794588"/>
                <a:ext cx="95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070;p39">
                <a:extLst>
                  <a:ext uri="{FF2B5EF4-FFF2-40B4-BE49-F238E27FC236}">
                    <a16:creationId xmlns:a16="http://schemas.microsoft.com/office/drawing/2014/main" id="{68C78EE1-EEB4-B1B9-0D99-1D7F6F117093}"/>
                  </a:ext>
                </a:extLst>
              </p:cNvPr>
              <p:cNvSpPr/>
              <p:nvPr/>
            </p:nvSpPr>
            <p:spPr>
              <a:xfrm>
                <a:off x="2358025" y="4946963"/>
                <a:ext cx="95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1071;p39">
                <a:extLst>
                  <a:ext uri="{FF2B5EF4-FFF2-40B4-BE49-F238E27FC236}">
                    <a16:creationId xmlns:a16="http://schemas.microsoft.com/office/drawing/2014/main" id="{523809F3-170A-70A3-ADFD-5365595DE126}"/>
                  </a:ext>
                </a:extLst>
              </p:cNvPr>
              <p:cNvSpPr/>
              <p:nvPr/>
            </p:nvSpPr>
            <p:spPr>
              <a:xfrm>
                <a:off x="2235000" y="4473938"/>
                <a:ext cx="986700" cy="540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1072;p39">
                <a:extLst>
                  <a:ext uri="{FF2B5EF4-FFF2-40B4-BE49-F238E27FC236}">
                    <a16:creationId xmlns:a16="http://schemas.microsoft.com/office/drawing/2014/main" id="{A88F66DC-A170-3C73-1C77-203A1BB418D5}"/>
                  </a:ext>
                </a:extLst>
              </p:cNvPr>
              <p:cNvSpPr/>
              <p:nvPr/>
            </p:nvSpPr>
            <p:spPr>
              <a:xfrm>
                <a:off x="2235000" y="4626313"/>
                <a:ext cx="440400" cy="54000"/>
              </a:xfrm>
              <a:prstGeom prst="rect">
                <a:avLst/>
              </a:pr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1073;p39">
                <a:extLst>
                  <a:ext uri="{FF2B5EF4-FFF2-40B4-BE49-F238E27FC236}">
                    <a16:creationId xmlns:a16="http://schemas.microsoft.com/office/drawing/2014/main" id="{86EA4C7E-4865-B293-A7BA-5DF71119B177}"/>
                  </a:ext>
                </a:extLst>
              </p:cNvPr>
              <p:cNvSpPr/>
              <p:nvPr/>
            </p:nvSpPr>
            <p:spPr>
              <a:xfrm>
                <a:off x="2235000" y="4778688"/>
                <a:ext cx="619200" cy="540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1074;p39">
                <a:extLst>
                  <a:ext uri="{FF2B5EF4-FFF2-40B4-BE49-F238E27FC236}">
                    <a16:creationId xmlns:a16="http://schemas.microsoft.com/office/drawing/2014/main" id="{77DE56C5-27EE-9F0C-C46D-5243381584E5}"/>
                  </a:ext>
                </a:extLst>
              </p:cNvPr>
              <p:cNvSpPr/>
              <p:nvPr/>
            </p:nvSpPr>
            <p:spPr>
              <a:xfrm>
                <a:off x="2235000" y="4931063"/>
                <a:ext cx="810300" cy="54000"/>
              </a:xfrm>
              <a:prstGeom prst="rect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" name="Google Shape;1075;p39">
              <a:extLst>
                <a:ext uri="{FF2B5EF4-FFF2-40B4-BE49-F238E27FC236}">
                  <a16:creationId xmlns:a16="http://schemas.microsoft.com/office/drawing/2014/main" id="{F161458E-B891-9024-D84D-487CB07A66D0}"/>
                </a:ext>
              </a:extLst>
            </p:cNvPr>
            <p:cNvSpPr/>
            <p:nvPr/>
          </p:nvSpPr>
          <p:spPr>
            <a:xfrm>
              <a:off x="1933575" y="2985374"/>
              <a:ext cx="505800" cy="6384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76;p39">
              <a:extLst>
                <a:ext uri="{FF2B5EF4-FFF2-40B4-BE49-F238E27FC236}">
                  <a16:creationId xmlns:a16="http://schemas.microsoft.com/office/drawing/2014/main" id="{2798914C-A01D-1825-9EF9-DA0F2DB9E17C}"/>
                </a:ext>
              </a:extLst>
            </p:cNvPr>
            <p:cNvSpPr/>
            <p:nvPr/>
          </p:nvSpPr>
          <p:spPr>
            <a:xfrm>
              <a:off x="2548042" y="3326328"/>
              <a:ext cx="505800" cy="2973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077;p39">
              <a:extLst>
                <a:ext uri="{FF2B5EF4-FFF2-40B4-BE49-F238E27FC236}">
                  <a16:creationId xmlns:a16="http://schemas.microsoft.com/office/drawing/2014/main" id="{63C566DC-56C3-AD1A-6748-A7337FC0E59B}"/>
                </a:ext>
              </a:extLst>
            </p:cNvPr>
            <p:cNvSpPr/>
            <p:nvPr/>
          </p:nvSpPr>
          <p:spPr>
            <a:xfrm>
              <a:off x="2548042" y="2985375"/>
              <a:ext cx="505800" cy="2973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48281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7723B8B9-D009-FA29-26C6-910D9FFC3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0">
            <a:extLst>
              <a:ext uri="{FF2B5EF4-FFF2-40B4-BE49-F238E27FC236}">
                <a16:creationId xmlns:a16="http://schemas.microsoft.com/office/drawing/2014/main" id="{92721372-DF8F-601E-CB9A-47D8A181CB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5" y="2600850"/>
            <a:ext cx="3473400" cy="7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프리젠테이션 7 Bold" pitchFamily="2" charset="-127"/>
                <a:ea typeface="프리젠테이션 7 Bold" pitchFamily="2" charset="-127"/>
              </a:rPr>
              <a:t>주요 기술 및 도구</a:t>
            </a:r>
            <a:endParaRPr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603" name="Google Shape;603;p30">
            <a:extLst>
              <a:ext uri="{FF2B5EF4-FFF2-40B4-BE49-F238E27FC236}">
                <a16:creationId xmlns:a16="http://schemas.microsoft.com/office/drawing/2014/main" id="{3E019F6D-875E-BBFD-13EA-DFFF033BDE5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101075" y="1759050"/>
            <a:ext cx="1094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프리젠테이션 7 Bold" pitchFamily="2" charset="-127"/>
                <a:ea typeface="프리젠테이션 7 Bold" pitchFamily="2" charset="-127"/>
              </a:rPr>
              <a:t>02</a:t>
            </a:r>
            <a:endParaRPr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grpSp>
        <p:nvGrpSpPr>
          <p:cNvPr id="604" name="Google Shape;604;p30">
            <a:extLst>
              <a:ext uri="{FF2B5EF4-FFF2-40B4-BE49-F238E27FC236}">
                <a16:creationId xmlns:a16="http://schemas.microsoft.com/office/drawing/2014/main" id="{D97CCA51-F796-12F6-2FD1-89A8BFA1FEA5}"/>
              </a:ext>
            </a:extLst>
          </p:cNvPr>
          <p:cNvGrpSpPr/>
          <p:nvPr/>
        </p:nvGrpSpPr>
        <p:grpSpPr>
          <a:xfrm>
            <a:off x="4650882" y="579112"/>
            <a:ext cx="4163279" cy="3520343"/>
            <a:chOff x="4650882" y="579112"/>
            <a:chExt cx="4163279" cy="3520343"/>
          </a:xfrm>
        </p:grpSpPr>
        <p:cxnSp>
          <p:nvCxnSpPr>
            <p:cNvPr id="605" name="Google Shape;605;p30">
              <a:extLst>
                <a:ext uri="{FF2B5EF4-FFF2-40B4-BE49-F238E27FC236}">
                  <a16:creationId xmlns:a16="http://schemas.microsoft.com/office/drawing/2014/main" id="{DA09FD6F-BAE6-D9E0-D849-A46B22EB37E2}"/>
                </a:ext>
              </a:extLst>
            </p:cNvPr>
            <p:cNvCxnSpPr/>
            <p:nvPr/>
          </p:nvCxnSpPr>
          <p:spPr>
            <a:xfrm rot="10800000" flipH="1">
              <a:off x="6811025" y="1213575"/>
              <a:ext cx="704700" cy="71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06" name="Google Shape;606;p30">
              <a:extLst>
                <a:ext uri="{FF2B5EF4-FFF2-40B4-BE49-F238E27FC236}">
                  <a16:creationId xmlns:a16="http://schemas.microsoft.com/office/drawing/2014/main" id="{874D8ED9-60FD-AF22-9CEC-11F77E54ECFC}"/>
                </a:ext>
              </a:extLst>
            </p:cNvPr>
            <p:cNvGrpSpPr/>
            <p:nvPr/>
          </p:nvGrpSpPr>
          <p:grpSpPr>
            <a:xfrm>
              <a:off x="4937665" y="1388258"/>
              <a:ext cx="3876496" cy="2711197"/>
              <a:chOff x="5731926" y="1591700"/>
              <a:chExt cx="3294939" cy="2304460"/>
            </a:xfrm>
          </p:grpSpPr>
          <p:sp>
            <p:nvSpPr>
              <p:cNvPr id="607" name="Google Shape;607;p30">
                <a:extLst>
                  <a:ext uri="{FF2B5EF4-FFF2-40B4-BE49-F238E27FC236}">
                    <a16:creationId xmlns:a16="http://schemas.microsoft.com/office/drawing/2014/main" id="{6342A96F-D388-0704-2C63-4A39E5DC0FDB}"/>
                  </a:ext>
                </a:extLst>
              </p:cNvPr>
              <p:cNvSpPr/>
              <p:nvPr/>
            </p:nvSpPr>
            <p:spPr>
              <a:xfrm>
                <a:off x="8136453" y="2411771"/>
                <a:ext cx="820698" cy="820729"/>
              </a:xfrm>
              <a:custGeom>
                <a:avLst/>
                <a:gdLst/>
                <a:ahLst/>
                <a:cxnLst/>
                <a:rect l="l" t="t" r="r" b="b"/>
                <a:pathLst>
                  <a:path w="12693" h="12693" extrusionOk="0">
                    <a:moveTo>
                      <a:pt x="1" y="12693"/>
                    </a:moveTo>
                    <a:lnTo>
                      <a:pt x="12693" y="1"/>
                    </a:lnTo>
                  </a:path>
                </a:pathLst>
              </a:custGeom>
              <a:solidFill>
                <a:srgbClr val="495F8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30">
                <a:extLst>
                  <a:ext uri="{FF2B5EF4-FFF2-40B4-BE49-F238E27FC236}">
                    <a16:creationId xmlns:a16="http://schemas.microsoft.com/office/drawing/2014/main" id="{44BDACAD-31A9-7432-A455-A57C50631782}"/>
                  </a:ext>
                </a:extLst>
              </p:cNvPr>
              <p:cNvSpPr/>
              <p:nvPr/>
            </p:nvSpPr>
            <p:spPr>
              <a:xfrm>
                <a:off x="8136453" y="2411771"/>
                <a:ext cx="820698" cy="820729"/>
              </a:xfrm>
              <a:custGeom>
                <a:avLst/>
                <a:gdLst/>
                <a:ahLst/>
                <a:cxnLst/>
                <a:rect l="l" t="t" r="r" b="b"/>
                <a:pathLst>
                  <a:path w="12693" h="12693" fill="none" extrusionOk="0">
                    <a:moveTo>
                      <a:pt x="1" y="12693"/>
                    </a:moveTo>
                    <a:lnTo>
                      <a:pt x="12693" y="1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0">
                <a:extLst>
                  <a:ext uri="{FF2B5EF4-FFF2-40B4-BE49-F238E27FC236}">
                    <a16:creationId xmlns:a16="http://schemas.microsoft.com/office/drawing/2014/main" id="{10E8C688-A66F-0B68-C13B-A1C07CD1809E}"/>
                  </a:ext>
                </a:extLst>
              </p:cNvPr>
              <p:cNvSpPr/>
              <p:nvPr/>
            </p:nvSpPr>
            <p:spPr>
              <a:xfrm>
                <a:off x="5731926" y="2259046"/>
                <a:ext cx="2396013" cy="999773"/>
              </a:xfrm>
              <a:custGeom>
                <a:avLst/>
                <a:gdLst/>
                <a:ahLst/>
                <a:cxnLst/>
                <a:rect l="l" t="t" r="r" b="b"/>
                <a:pathLst>
                  <a:path w="37057" h="15462" fill="none" extrusionOk="0">
                    <a:moveTo>
                      <a:pt x="0" y="15263"/>
                    </a:moveTo>
                    <a:lnTo>
                      <a:pt x="19771" y="0"/>
                    </a:lnTo>
                    <a:lnTo>
                      <a:pt x="37056" y="15461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30">
                <a:extLst>
                  <a:ext uri="{FF2B5EF4-FFF2-40B4-BE49-F238E27FC236}">
                    <a16:creationId xmlns:a16="http://schemas.microsoft.com/office/drawing/2014/main" id="{58231DD8-6157-361C-DB16-351EFBE9D9B2}"/>
                  </a:ext>
                </a:extLst>
              </p:cNvPr>
              <p:cNvSpPr/>
              <p:nvPr/>
            </p:nvSpPr>
            <p:spPr>
              <a:xfrm>
                <a:off x="6949190" y="2774121"/>
                <a:ext cx="113668" cy="1004105"/>
              </a:xfrm>
              <a:custGeom>
                <a:avLst/>
                <a:gdLst/>
                <a:ahLst/>
                <a:cxnLst/>
                <a:rect l="l" t="t" r="r" b="b"/>
                <a:pathLst>
                  <a:path w="1758" h="15529" extrusionOk="0">
                    <a:moveTo>
                      <a:pt x="0" y="1"/>
                    </a:moveTo>
                    <a:lnTo>
                      <a:pt x="0" y="15528"/>
                    </a:lnTo>
                    <a:lnTo>
                      <a:pt x="1758" y="15528"/>
                    </a:lnTo>
                    <a:lnTo>
                      <a:pt x="1758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30">
                <a:extLst>
                  <a:ext uri="{FF2B5EF4-FFF2-40B4-BE49-F238E27FC236}">
                    <a16:creationId xmlns:a16="http://schemas.microsoft.com/office/drawing/2014/main" id="{ABA96455-4BB6-7F0E-FBE6-4AF3BAC51301}"/>
                  </a:ext>
                </a:extLst>
              </p:cNvPr>
              <p:cNvSpPr/>
              <p:nvPr/>
            </p:nvSpPr>
            <p:spPr>
              <a:xfrm>
                <a:off x="6888088" y="3193370"/>
                <a:ext cx="235871" cy="702790"/>
              </a:xfrm>
              <a:custGeom>
                <a:avLst/>
                <a:gdLst/>
                <a:ahLst/>
                <a:cxnLst/>
                <a:rect l="l" t="t" r="r" b="b"/>
                <a:pathLst>
                  <a:path w="3648" h="10869" extrusionOk="0">
                    <a:moveTo>
                      <a:pt x="0" y="0"/>
                    </a:moveTo>
                    <a:lnTo>
                      <a:pt x="0" y="10868"/>
                    </a:lnTo>
                    <a:lnTo>
                      <a:pt x="3648" y="10868"/>
                    </a:lnTo>
                    <a:lnTo>
                      <a:pt x="3648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30">
                <a:extLst>
                  <a:ext uri="{FF2B5EF4-FFF2-40B4-BE49-F238E27FC236}">
                    <a16:creationId xmlns:a16="http://schemas.microsoft.com/office/drawing/2014/main" id="{40C0AD9E-D3F1-1945-B13A-4A88D474A1EF}"/>
                  </a:ext>
                </a:extLst>
              </p:cNvPr>
              <p:cNvSpPr/>
              <p:nvPr/>
            </p:nvSpPr>
            <p:spPr>
              <a:xfrm>
                <a:off x="6888088" y="3101684"/>
                <a:ext cx="235871" cy="91753"/>
              </a:xfrm>
              <a:custGeom>
                <a:avLst/>
                <a:gdLst/>
                <a:ahLst/>
                <a:cxnLst/>
                <a:rect l="l" t="t" r="r" b="b"/>
                <a:pathLst>
                  <a:path w="3648" h="1419" extrusionOk="0">
                    <a:moveTo>
                      <a:pt x="0" y="0"/>
                    </a:moveTo>
                    <a:lnTo>
                      <a:pt x="0" y="1418"/>
                    </a:lnTo>
                    <a:lnTo>
                      <a:pt x="3648" y="1418"/>
                    </a:lnTo>
                    <a:lnTo>
                      <a:pt x="364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30">
                <a:extLst>
                  <a:ext uri="{FF2B5EF4-FFF2-40B4-BE49-F238E27FC236}">
                    <a16:creationId xmlns:a16="http://schemas.microsoft.com/office/drawing/2014/main" id="{70A296F3-B266-8413-D45A-28118DCB66FF}"/>
                  </a:ext>
                </a:extLst>
              </p:cNvPr>
              <p:cNvSpPr/>
              <p:nvPr/>
            </p:nvSpPr>
            <p:spPr>
              <a:xfrm>
                <a:off x="6377801" y="1591700"/>
                <a:ext cx="1257006" cy="1257055"/>
              </a:xfrm>
              <a:custGeom>
                <a:avLst/>
                <a:gdLst/>
                <a:ahLst/>
                <a:cxnLst/>
                <a:rect l="l" t="t" r="r" b="b"/>
                <a:pathLst>
                  <a:path w="19441" h="19441" extrusionOk="0">
                    <a:moveTo>
                      <a:pt x="9716" y="1"/>
                    </a:moveTo>
                    <a:cubicBezTo>
                      <a:pt x="4348" y="1"/>
                      <a:pt x="1" y="4348"/>
                      <a:pt x="1" y="9716"/>
                    </a:cubicBezTo>
                    <a:cubicBezTo>
                      <a:pt x="1" y="15084"/>
                      <a:pt x="4348" y="19441"/>
                      <a:pt x="9716" y="19441"/>
                    </a:cubicBezTo>
                    <a:cubicBezTo>
                      <a:pt x="15084" y="19441"/>
                      <a:pt x="19441" y="15084"/>
                      <a:pt x="19441" y="9716"/>
                    </a:cubicBezTo>
                    <a:cubicBezTo>
                      <a:pt x="19441" y="4348"/>
                      <a:pt x="15084" y="1"/>
                      <a:pt x="971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30">
                <a:extLst>
                  <a:ext uri="{FF2B5EF4-FFF2-40B4-BE49-F238E27FC236}">
                    <a16:creationId xmlns:a16="http://schemas.microsoft.com/office/drawing/2014/main" id="{F0D06213-0D95-8C8F-159F-9A70BA41233F}"/>
                  </a:ext>
                </a:extLst>
              </p:cNvPr>
              <p:cNvSpPr/>
              <p:nvPr/>
            </p:nvSpPr>
            <p:spPr>
              <a:xfrm>
                <a:off x="6464573" y="1678472"/>
                <a:ext cx="1082884" cy="1082926"/>
              </a:xfrm>
              <a:custGeom>
                <a:avLst/>
                <a:gdLst/>
                <a:ahLst/>
                <a:cxnLst/>
                <a:rect l="l" t="t" r="r" b="b"/>
                <a:pathLst>
                  <a:path w="16748" h="16748" extrusionOk="0">
                    <a:moveTo>
                      <a:pt x="8374" y="1"/>
                    </a:moveTo>
                    <a:cubicBezTo>
                      <a:pt x="3753" y="1"/>
                      <a:pt x="1" y="3753"/>
                      <a:pt x="1" y="8374"/>
                    </a:cubicBezTo>
                    <a:cubicBezTo>
                      <a:pt x="1" y="12996"/>
                      <a:pt x="3753" y="16747"/>
                      <a:pt x="8374" y="16747"/>
                    </a:cubicBezTo>
                    <a:cubicBezTo>
                      <a:pt x="12995" y="16747"/>
                      <a:pt x="16747" y="12996"/>
                      <a:pt x="16747" y="8374"/>
                    </a:cubicBezTo>
                    <a:cubicBezTo>
                      <a:pt x="16747" y="3753"/>
                      <a:pt x="12995" y="1"/>
                      <a:pt x="83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30">
                <a:extLst>
                  <a:ext uri="{FF2B5EF4-FFF2-40B4-BE49-F238E27FC236}">
                    <a16:creationId xmlns:a16="http://schemas.microsoft.com/office/drawing/2014/main" id="{13C3D9BE-1CF3-6D12-D081-20B290EAC3A1}"/>
                  </a:ext>
                </a:extLst>
              </p:cNvPr>
              <p:cNvSpPr/>
              <p:nvPr/>
            </p:nvSpPr>
            <p:spPr>
              <a:xfrm>
                <a:off x="8889920" y="2356811"/>
                <a:ext cx="136945" cy="136950"/>
              </a:xfrm>
              <a:custGeom>
                <a:avLst/>
                <a:gdLst/>
                <a:ahLst/>
                <a:cxnLst/>
                <a:rect l="l" t="t" r="r" b="b"/>
                <a:pathLst>
                  <a:path w="2118" h="2118" extrusionOk="0">
                    <a:moveTo>
                      <a:pt x="2117" y="0"/>
                    </a:moveTo>
                    <a:lnTo>
                      <a:pt x="0" y="38"/>
                    </a:lnTo>
                    <a:lnTo>
                      <a:pt x="2089" y="2117"/>
                    </a:lnTo>
                    <a:lnTo>
                      <a:pt x="2117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30">
                <a:extLst>
                  <a:ext uri="{FF2B5EF4-FFF2-40B4-BE49-F238E27FC236}">
                    <a16:creationId xmlns:a16="http://schemas.microsoft.com/office/drawing/2014/main" id="{EC55FFF2-97E0-5305-A221-F4B3807887AB}"/>
                  </a:ext>
                </a:extLst>
              </p:cNvPr>
              <p:cNvSpPr/>
              <p:nvPr/>
            </p:nvSpPr>
            <p:spPr>
              <a:xfrm>
                <a:off x="6624086" y="1823309"/>
                <a:ext cx="375854" cy="767579"/>
              </a:xfrm>
              <a:custGeom>
                <a:avLst/>
                <a:gdLst/>
                <a:ahLst/>
                <a:cxnLst/>
                <a:rect l="l" t="t" r="r" b="b"/>
                <a:pathLst>
                  <a:path w="5813" h="11871" extrusionOk="0">
                    <a:moveTo>
                      <a:pt x="5812" y="1"/>
                    </a:moveTo>
                    <a:cubicBezTo>
                      <a:pt x="2590" y="67"/>
                      <a:pt x="0" y="2694"/>
                      <a:pt x="0" y="5936"/>
                    </a:cubicBezTo>
                    <a:cubicBezTo>
                      <a:pt x="0" y="9168"/>
                      <a:pt x="2590" y="11795"/>
                      <a:pt x="5812" y="11871"/>
                    </a:cubicBezTo>
                    <a:lnTo>
                      <a:pt x="5812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30">
                <a:extLst>
                  <a:ext uri="{FF2B5EF4-FFF2-40B4-BE49-F238E27FC236}">
                    <a16:creationId xmlns:a16="http://schemas.microsoft.com/office/drawing/2014/main" id="{E8B7A8C8-CB0E-0BA1-FB83-F10C891243E8}"/>
                  </a:ext>
                </a:extLst>
              </p:cNvPr>
              <p:cNvSpPr/>
              <p:nvPr/>
            </p:nvSpPr>
            <p:spPr>
              <a:xfrm>
                <a:off x="6994968" y="2193611"/>
                <a:ext cx="392988" cy="397271"/>
              </a:xfrm>
              <a:custGeom>
                <a:avLst/>
                <a:gdLst/>
                <a:ahLst/>
                <a:cxnLst/>
                <a:rect l="l" t="t" r="r" b="b"/>
                <a:pathLst>
                  <a:path w="6078" h="6144" extrusionOk="0">
                    <a:moveTo>
                      <a:pt x="1" y="1"/>
                    </a:moveTo>
                    <a:lnTo>
                      <a:pt x="1" y="6144"/>
                    </a:lnTo>
                    <a:lnTo>
                      <a:pt x="143" y="6144"/>
                    </a:lnTo>
                    <a:cubicBezTo>
                      <a:pt x="3422" y="6144"/>
                      <a:pt x="6078" y="3488"/>
                      <a:pt x="6078" y="209"/>
                    </a:cubicBezTo>
                    <a:cubicBezTo>
                      <a:pt x="6078" y="143"/>
                      <a:pt x="6078" y="67"/>
                      <a:pt x="607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30">
                <a:extLst>
                  <a:ext uri="{FF2B5EF4-FFF2-40B4-BE49-F238E27FC236}">
                    <a16:creationId xmlns:a16="http://schemas.microsoft.com/office/drawing/2014/main" id="{32C4A9DB-E61A-7765-612D-6D7DA296A2DC}"/>
                  </a:ext>
                </a:extLst>
              </p:cNvPr>
              <p:cNvSpPr/>
              <p:nvPr/>
            </p:nvSpPr>
            <p:spPr>
              <a:xfrm>
                <a:off x="6994968" y="1822727"/>
                <a:ext cx="392988" cy="370954"/>
              </a:xfrm>
              <a:custGeom>
                <a:avLst/>
                <a:gdLst/>
                <a:ahLst/>
                <a:cxnLst/>
                <a:rect l="l" t="t" r="r" b="b"/>
                <a:pathLst>
                  <a:path w="6078" h="5737" extrusionOk="0">
                    <a:moveTo>
                      <a:pt x="143" y="0"/>
                    </a:moveTo>
                    <a:cubicBezTo>
                      <a:pt x="95" y="0"/>
                      <a:pt x="48" y="10"/>
                      <a:pt x="1" y="10"/>
                    </a:cubicBezTo>
                    <a:lnTo>
                      <a:pt x="1" y="5737"/>
                    </a:lnTo>
                    <a:lnTo>
                      <a:pt x="6078" y="5737"/>
                    </a:lnTo>
                    <a:cubicBezTo>
                      <a:pt x="5964" y="2552"/>
                      <a:pt x="3356" y="0"/>
                      <a:pt x="1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30">
              <a:extLst>
                <a:ext uri="{FF2B5EF4-FFF2-40B4-BE49-F238E27FC236}">
                  <a16:creationId xmlns:a16="http://schemas.microsoft.com/office/drawing/2014/main" id="{BE55A67A-0576-8322-C862-A587848B2526}"/>
                </a:ext>
              </a:extLst>
            </p:cNvPr>
            <p:cNvGrpSpPr/>
            <p:nvPr/>
          </p:nvGrpSpPr>
          <p:grpSpPr>
            <a:xfrm>
              <a:off x="4650882" y="2899449"/>
              <a:ext cx="618706" cy="951917"/>
              <a:chOff x="3334313" y="1341356"/>
              <a:chExt cx="798434" cy="1228438"/>
            </a:xfrm>
          </p:grpSpPr>
          <p:sp>
            <p:nvSpPr>
              <p:cNvPr id="620" name="Google Shape;620;p30">
                <a:extLst>
                  <a:ext uri="{FF2B5EF4-FFF2-40B4-BE49-F238E27FC236}">
                    <a16:creationId xmlns:a16="http://schemas.microsoft.com/office/drawing/2014/main" id="{5BC7914B-5C4C-A52D-C8F4-4A485A434CE3}"/>
                  </a:ext>
                </a:extLst>
              </p:cNvPr>
              <p:cNvSpPr/>
              <p:nvPr/>
            </p:nvSpPr>
            <p:spPr>
              <a:xfrm>
                <a:off x="3334313" y="1341356"/>
                <a:ext cx="798434" cy="999971"/>
              </a:xfrm>
              <a:custGeom>
                <a:avLst/>
                <a:gdLst/>
                <a:ahLst/>
                <a:cxnLst/>
                <a:rect l="l" t="t" r="r" b="b"/>
                <a:pathLst>
                  <a:path w="16152" h="20228" extrusionOk="0">
                    <a:moveTo>
                      <a:pt x="8144" y="1"/>
                    </a:moveTo>
                    <a:cubicBezTo>
                      <a:pt x="8069" y="1"/>
                      <a:pt x="7995" y="2"/>
                      <a:pt x="7920" y="4"/>
                    </a:cubicBezTo>
                    <a:cubicBezTo>
                      <a:pt x="3791" y="117"/>
                      <a:pt x="379" y="3444"/>
                      <a:pt x="152" y="7564"/>
                    </a:cubicBezTo>
                    <a:cubicBezTo>
                      <a:pt x="1" y="10305"/>
                      <a:pt x="1239" y="12762"/>
                      <a:pt x="3214" y="14312"/>
                    </a:cubicBezTo>
                    <a:cubicBezTo>
                      <a:pt x="3791" y="14765"/>
                      <a:pt x="4291" y="15323"/>
                      <a:pt x="4641" y="15966"/>
                    </a:cubicBezTo>
                    <a:cubicBezTo>
                      <a:pt x="4991" y="16589"/>
                      <a:pt x="5274" y="17393"/>
                      <a:pt x="5340" y="18357"/>
                    </a:cubicBezTo>
                    <a:lnTo>
                      <a:pt x="5340" y="20228"/>
                    </a:lnTo>
                    <a:lnTo>
                      <a:pt x="10945" y="20228"/>
                    </a:lnTo>
                    <a:lnTo>
                      <a:pt x="10954" y="18347"/>
                    </a:lnTo>
                    <a:cubicBezTo>
                      <a:pt x="11020" y="17383"/>
                      <a:pt x="11304" y="16599"/>
                      <a:pt x="11644" y="15966"/>
                    </a:cubicBezTo>
                    <a:cubicBezTo>
                      <a:pt x="12003" y="15314"/>
                      <a:pt x="12513" y="14756"/>
                      <a:pt x="13099" y="14293"/>
                    </a:cubicBezTo>
                    <a:cubicBezTo>
                      <a:pt x="14961" y="12828"/>
                      <a:pt x="16152" y="10560"/>
                      <a:pt x="16152" y="8008"/>
                    </a:cubicBezTo>
                    <a:cubicBezTo>
                      <a:pt x="16152" y="3584"/>
                      <a:pt x="12568" y="1"/>
                      <a:pt x="814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30">
                <a:extLst>
                  <a:ext uri="{FF2B5EF4-FFF2-40B4-BE49-F238E27FC236}">
                    <a16:creationId xmlns:a16="http://schemas.microsoft.com/office/drawing/2014/main" id="{4F62AF80-5072-9112-71ED-E6025F04F742}"/>
                  </a:ext>
                </a:extLst>
              </p:cNvPr>
              <p:cNvSpPr/>
              <p:nvPr/>
            </p:nvSpPr>
            <p:spPr>
              <a:xfrm>
                <a:off x="3625368" y="2491686"/>
                <a:ext cx="222891" cy="78107"/>
              </a:xfrm>
              <a:custGeom>
                <a:avLst/>
                <a:gdLst/>
                <a:ahLst/>
                <a:cxnLst/>
                <a:rect l="l" t="t" r="r" b="b"/>
                <a:pathLst>
                  <a:path w="4509" h="1580" extrusionOk="0">
                    <a:moveTo>
                      <a:pt x="1" y="1"/>
                    </a:moveTo>
                    <a:lnTo>
                      <a:pt x="1" y="1579"/>
                    </a:lnTo>
                    <a:lnTo>
                      <a:pt x="4509" y="1579"/>
                    </a:lnTo>
                    <a:lnTo>
                      <a:pt x="4509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30">
                <a:extLst>
                  <a:ext uri="{FF2B5EF4-FFF2-40B4-BE49-F238E27FC236}">
                    <a16:creationId xmlns:a16="http://schemas.microsoft.com/office/drawing/2014/main" id="{C9C3E9D6-5B07-6D13-55F2-620D965AF44C}"/>
                  </a:ext>
                </a:extLst>
              </p:cNvPr>
              <p:cNvSpPr/>
              <p:nvPr/>
            </p:nvSpPr>
            <p:spPr>
              <a:xfrm>
                <a:off x="3560415" y="2332410"/>
                <a:ext cx="353245" cy="177126"/>
              </a:xfrm>
              <a:custGeom>
                <a:avLst/>
                <a:gdLst/>
                <a:ahLst/>
                <a:cxnLst/>
                <a:rect l="l" t="t" r="r" b="b"/>
                <a:pathLst>
                  <a:path w="7146" h="3583" extrusionOk="0">
                    <a:moveTo>
                      <a:pt x="1" y="0"/>
                    </a:moveTo>
                    <a:lnTo>
                      <a:pt x="1" y="3582"/>
                    </a:lnTo>
                    <a:lnTo>
                      <a:pt x="7146" y="3582"/>
                    </a:lnTo>
                    <a:lnTo>
                      <a:pt x="714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30">
                <a:extLst>
                  <a:ext uri="{FF2B5EF4-FFF2-40B4-BE49-F238E27FC236}">
                    <a16:creationId xmlns:a16="http://schemas.microsoft.com/office/drawing/2014/main" id="{716C090A-1DA1-1641-943F-392A3C41A5A7}"/>
                  </a:ext>
                </a:extLst>
              </p:cNvPr>
              <p:cNvSpPr/>
              <p:nvPr/>
            </p:nvSpPr>
            <p:spPr>
              <a:xfrm>
                <a:off x="3546425" y="2360884"/>
                <a:ext cx="381273" cy="27634"/>
              </a:xfrm>
              <a:custGeom>
                <a:avLst/>
                <a:gdLst/>
                <a:ahLst/>
                <a:cxnLst/>
                <a:rect l="l" t="t" r="r" b="b"/>
                <a:pathLst>
                  <a:path w="7713" h="559" extrusionOk="0">
                    <a:moveTo>
                      <a:pt x="0" y="1"/>
                    </a:moveTo>
                    <a:lnTo>
                      <a:pt x="0" y="558"/>
                    </a:lnTo>
                    <a:lnTo>
                      <a:pt x="7712" y="558"/>
                    </a:lnTo>
                    <a:lnTo>
                      <a:pt x="771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30">
                <a:extLst>
                  <a:ext uri="{FF2B5EF4-FFF2-40B4-BE49-F238E27FC236}">
                    <a16:creationId xmlns:a16="http://schemas.microsoft.com/office/drawing/2014/main" id="{08DFEA4C-CEF8-6051-88DD-D7FAB645C22D}"/>
                  </a:ext>
                </a:extLst>
              </p:cNvPr>
              <p:cNvSpPr/>
              <p:nvPr/>
            </p:nvSpPr>
            <p:spPr>
              <a:xfrm>
                <a:off x="3546425" y="2407154"/>
                <a:ext cx="381273" cy="27585"/>
              </a:xfrm>
              <a:custGeom>
                <a:avLst/>
                <a:gdLst/>
                <a:ahLst/>
                <a:cxnLst/>
                <a:rect l="l" t="t" r="r" b="b"/>
                <a:pathLst>
                  <a:path w="7713" h="558" extrusionOk="0">
                    <a:moveTo>
                      <a:pt x="0" y="0"/>
                    </a:moveTo>
                    <a:lnTo>
                      <a:pt x="0" y="558"/>
                    </a:lnTo>
                    <a:lnTo>
                      <a:pt x="7712" y="558"/>
                    </a:lnTo>
                    <a:lnTo>
                      <a:pt x="77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30">
                <a:extLst>
                  <a:ext uri="{FF2B5EF4-FFF2-40B4-BE49-F238E27FC236}">
                    <a16:creationId xmlns:a16="http://schemas.microsoft.com/office/drawing/2014/main" id="{2B43D39F-1C61-BAAB-D514-8063B140886C}"/>
                  </a:ext>
                </a:extLst>
              </p:cNvPr>
              <p:cNvSpPr/>
              <p:nvPr/>
            </p:nvSpPr>
            <p:spPr>
              <a:xfrm>
                <a:off x="3546425" y="2453424"/>
                <a:ext cx="381273" cy="27585"/>
              </a:xfrm>
              <a:custGeom>
                <a:avLst/>
                <a:gdLst/>
                <a:ahLst/>
                <a:cxnLst/>
                <a:rect l="l" t="t" r="r" b="b"/>
                <a:pathLst>
                  <a:path w="7713" h="558" extrusionOk="0">
                    <a:moveTo>
                      <a:pt x="0" y="0"/>
                    </a:moveTo>
                    <a:lnTo>
                      <a:pt x="0" y="558"/>
                    </a:lnTo>
                    <a:lnTo>
                      <a:pt x="7712" y="558"/>
                    </a:lnTo>
                    <a:lnTo>
                      <a:pt x="77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30">
                <a:extLst>
                  <a:ext uri="{FF2B5EF4-FFF2-40B4-BE49-F238E27FC236}">
                    <a16:creationId xmlns:a16="http://schemas.microsoft.com/office/drawing/2014/main" id="{03560943-959E-2218-CB31-027AE1C6B7F5}"/>
                  </a:ext>
                </a:extLst>
              </p:cNvPr>
              <p:cNvSpPr/>
              <p:nvPr/>
            </p:nvSpPr>
            <p:spPr>
              <a:xfrm>
                <a:off x="3502530" y="1574141"/>
                <a:ext cx="488195" cy="377090"/>
              </a:xfrm>
              <a:custGeom>
                <a:avLst/>
                <a:gdLst/>
                <a:ahLst/>
                <a:cxnLst/>
                <a:rect l="l" t="t" r="r" b="b"/>
                <a:pathLst>
                  <a:path w="9876" h="7628" fill="none" extrusionOk="0">
                    <a:moveTo>
                      <a:pt x="0" y="5435"/>
                    </a:moveTo>
                    <a:lnTo>
                      <a:pt x="1777" y="29"/>
                    </a:lnTo>
                    <a:lnTo>
                      <a:pt x="2826" y="7628"/>
                    </a:lnTo>
                    <a:lnTo>
                      <a:pt x="4801" y="1"/>
                    </a:lnTo>
                    <a:lnTo>
                      <a:pt x="6578" y="6333"/>
                    </a:lnTo>
                    <a:lnTo>
                      <a:pt x="8288" y="332"/>
                    </a:lnTo>
                    <a:lnTo>
                      <a:pt x="9876" y="5227"/>
                    </a:ln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7" name="Google Shape;627;p30">
              <a:extLst>
                <a:ext uri="{FF2B5EF4-FFF2-40B4-BE49-F238E27FC236}">
                  <a16:creationId xmlns:a16="http://schemas.microsoft.com/office/drawing/2014/main" id="{643A814B-D573-9E0F-E041-0ECB992264D0}"/>
                </a:ext>
              </a:extLst>
            </p:cNvPr>
            <p:cNvGrpSpPr/>
            <p:nvPr/>
          </p:nvGrpSpPr>
          <p:grpSpPr>
            <a:xfrm>
              <a:off x="7362276" y="2911767"/>
              <a:ext cx="783686" cy="783610"/>
              <a:chOff x="276382" y="1174752"/>
              <a:chExt cx="895027" cy="894940"/>
            </a:xfrm>
          </p:grpSpPr>
          <p:grpSp>
            <p:nvGrpSpPr>
              <p:cNvPr id="628" name="Google Shape;628;p30">
                <a:extLst>
                  <a:ext uri="{FF2B5EF4-FFF2-40B4-BE49-F238E27FC236}">
                    <a16:creationId xmlns:a16="http://schemas.microsoft.com/office/drawing/2014/main" id="{32A38C86-3314-5C24-06EB-BB6E6DDEB3B0}"/>
                  </a:ext>
                </a:extLst>
              </p:cNvPr>
              <p:cNvGrpSpPr/>
              <p:nvPr/>
            </p:nvGrpSpPr>
            <p:grpSpPr>
              <a:xfrm>
                <a:off x="276382" y="1174752"/>
                <a:ext cx="895027" cy="894940"/>
                <a:chOff x="2861096" y="3889198"/>
                <a:chExt cx="397772" cy="397716"/>
              </a:xfrm>
            </p:grpSpPr>
            <p:sp>
              <p:nvSpPr>
                <p:cNvPr id="629" name="Google Shape;629;p30">
                  <a:extLst>
                    <a:ext uri="{FF2B5EF4-FFF2-40B4-BE49-F238E27FC236}">
                      <a16:creationId xmlns:a16="http://schemas.microsoft.com/office/drawing/2014/main" id="{99629CC9-1EC1-ACE2-4237-86D7F688C0CF}"/>
                    </a:ext>
                  </a:extLst>
                </p:cNvPr>
                <p:cNvSpPr/>
                <p:nvPr/>
              </p:nvSpPr>
              <p:spPr>
                <a:xfrm>
                  <a:off x="2861096" y="3889198"/>
                  <a:ext cx="397772" cy="397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0" h="7079" extrusionOk="0">
                      <a:moveTo>
                        <a:pt x="3545" y="0"/>
                      </a:moveTo>
                      <a:cubicBezTo>
                        <a:pt x="1588" y="0"/>
                        <a:pt x="1" y="1588"/>
                        <a:pt x="1" y="3535"/>
                      </a:cubicBezTo>
                      <a:cubicBezTo>
                        <a:pt x="1" y="5491"/>
                        <a:pt x="1588" y="7079"/>
                        <a:pt x="3545" y="7079"/>
                      </a:cubicBezTo>
                      <a:cubicBezTo>
                        <a:pt x="5501" y="7079"/>
                        <a:pt x="7079" y="5491"/>
                        <a:pt x="7079" y="3535"/>
                      </a:cubicBezTo>
                      <a:cubicBezTo>
                        <a:pt x="7079" y="1588"/>
                        <a:pt x="5501" y="0"/>
                        <a:pt x="354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dk1"/>
                  </a:solidFill>
                  <a:prstDash val="solid"/>
                  <a:miter lim="9450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" name="Google Shape;630;p30">
                  <a:extLst>
                    <a:ext uri="{FF2B5EF4-FFF2-40B4-BE49-F238E27FC236}">
                      <a16:creationId xmlns:a16="http://schemas.microsoft.com/office/drawing/2014/main" id="{9BF7BD6E-D454-675A-4A99-5C46D4693885}"/>
                    </a:ext>
                  </a:extLst>
                </p:cNvPr>
                <p:cNvSpPr/>
                <p:nvPr/>
              </p:nvSpPr>
              <p:spPr>
                <a:xfrm>
                  <a:off x="2907821" y="3931467"/>
                  <a:ext cx="304332" cy="313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2" h="4282" extrusionOk="0">
                      <a:moveTo>
                        <a:pt x="2146" y="1"/>
                      </a:moveTo>
                      <a:cubicBezTo>
                        <a:pt x="964" y="1"/>
                        <a:pt x="0" y="955"/>
                        <a:pt x="0" y="2137"/>
                      </a:cubicBezTo>
                      <a:cubicBezTo>
                        <a:pt x="0" y="3327"/>
                        <a:pt x="964" y="4282"/>
                        <a:pt x="2146" y="4282"/>
                      </a:cubicBezTo>
                      <a:cubicBezTo>
                        <a:pt x="3327" y="4282"/>
                        <a:pt x="4281" y="3327"/>
                        <a:pt x="4281" y="2137"/>
                      </a:cubicBezTo>
                      <a:cubicBezTo>
                        <a:pt x="4281" y="955"/>
                        <a:pt x="3327" y="1"/>
                        <a:pt x="214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dk1"/>
                  </a:solidFill>
                  <a:prstDash val="solid"/>
                  <a:miter lim="9450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31" name="Google Shape;631;p30">
                <a:extLst>
                  <a:ext uri="{FF2B5EF4-FFF2-40B4-BE49-F238E27FC236}">
                    <a16:creationId xmlns:a16="http://schemas.microsoft.com/office/drawing/2014/main" id="{EAAFF619-4BD9-FABA-57BB-637A77B93914}"/>
                  </a:ext>
                </a:extLst>
              </p:cNvPr>
              <p:cNvSpPr/>
              <p:nvPr/>
            </p:nvSpPr>
            <p:spPr>
              <a:xfrm>
                <a:off x="698100" y="1366625"/>
                <a:ext cx="195250" cy="467375"/>
              </a:xfrm>
              <a:custGeom>
                <a:avLst/>
                <a:gdLst/>
                <a:ahLst/>
                <a:cxnLst/>
                <a:rect l="l" t="t" r="r" b="b"/>
                <a:pathLst>
                  <a:path w="7810" h="18695" extrusionOk="0">
                    <a:moveTo>
                      <a:pt x="5916" y="0"/>
                    </a:moveTo>
                    <a:lnTo>
                      <a:pt x="0" y="9939"/>
                    </a:lnTo>
                    <a:lnTo>
                      <a:pt x="7810" y="18695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632" name="Google Shape;632;p30">
              <a:extLst>
                <a:ext uri="{FF2B5EF4-FFF2-40B4-BE49-F238E27FC236}">
                  <a16:creationId xmlns:a16="http://schemas.microsoft.com/office/drawing/2014/main" id="{836E0622-61FF-E48A-0D4F-0592378982BA}"/>
                </a:ext>
              </a:extLst>
            </p:cNvPr>
            <p:cNvGrpSpPr/>
            <p:nvPr/>
          </p:nvGrpSpPr>
          <p:grpSpPr>
            <a:xfrm>
              <a:off x="7362272" y="579112"/>
              <a:ext cx="875462" cy="1033236"/>
              <a:chOff x="6768050" y="956250"/>
              <a:chExt cx="322525" cy="380650"/>
            </a:xfrm>
          </p:grpSpPr>
          <p:sp>
            <p:nvSpPr>
              <p:cNvPr id="633" name="Google Shape;633;p30">
                <a:extLst>
                  <a:ext uri="{FF2B5EF4-FFF2-40B4-BE49-F238E27FC236}">
                    <a16:creationId xmlns:a16="http://schemas.microsoft.com/office/drawing/2014/main" id="{6F83F117-1B75-B6C4-794D-D3C4AB0928B7}"/>
                  </a:ext>
                </a:extLst>
              </p:cNvPr>
              <p:cNvSpPr/>
              <p:nvPr/>
            </p:nvSpPr>
            <p:spPr>
              <a:xfrm>
                <a:off x="6768050" y="956250"/>
                <a:ext cx="322525" cy="380650"/>
              </a:xfrm>
              <a:custGeom>
                <a:avLst/>
                <a:gdLst/>
                <a:ahLst/>
                <a:cxnLst/>
                <a:rect l="l" t="t" r="r" b="b"/>
                <a:pathLst>
                  <a:path w="12901" h="15226" extrusionOk="0">
                    <a:moveTo>
                      <a:pt x="0" y="0"/>
                    </a:moveTo>
                    <a:lnTo>
                      <a:pt x="0" y="15225"/>
                    </a:lnTo>
                    <a:lnTo>
                      <a:pt x="12900" y="15225"/>
                    </a:lnTo>
                    <a:lnTo>
                      <a:pt x="1290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30">
                <a:extLst>
                  <a:ext uri="{FF2B5EF4-FFF2-40B4-BE49-F238E27FC236}">
                    <a16:creationId xmlns:a16="http://schemas.microsoft.com/office/drawing/2014/main" id="{5AC67400-8E59-7FBB-421D-8F4273B6D806}"/>
                  </a:ext>
                </a:extLst>
              </p:cNvPr>
              <p:cNvSpPr/>
              <p:nvPr/>
            </p:nvSpPr>
            <p:spPr>
              <a:xfrm>
                <a:off x="6768050" y="956250"/>
                <a:ext cx="322525" cy="107525"/>
              </a:xfrm>
              <a:custGeom>
                <a:avLst/>
                <a:gdLst/>
                <a:ahLst/>
                <a:cxnLst/>
                <a:rect l="l" t="t" r="r" b="b"/>
                <a:pathLst>
                  <a:path w="12901" h="4301" extrusionOk="0">
                    <a:moveTo>
                      <a:pt x="0" y="0"/>
                    </a:moveTo>
                    <a:lnTo>
                      <a:pt x="0" y="4300"/>
                    </a:lnTo>
                    <a:lnTo>
                      <a:pt x="12900" y="4300"/>
                    </a:lnTo>
                    <a:lnTo>
                      <a:pt x="1290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30">
                <a:extLst>
                  <a:ext uri="{FF2B5EF4-FFF2-40B4-BE49-F238E27FC236}">
                    <a16:creationId xmlns:a16="http://schemas.microsoft.com/office/drawing/2014/main" id="{DFE52ECB-0CCC-66C3-E623-3A1E7E221799}"/>
                  </a:ext>
                </a:extLst>
              </p:cNvPr>
              <p:cNvSpPr/>
              <p:nvPr/>
            </p:nvSpPr>
            <p:spPr>
              <a:xfrm>
                <a:off x="6865150" y="990975"/>
                <a:ext cx="33325" cy="4750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190" extrusionOk="0">
                    <a:moveTo>
                      <a:pt x="0" y="1"/>
                    </a:moveTo>
                    <a:lnTo>
                      <a:pt x="0" y="190"/>
                    </a:lnTo>
                    <a:lnTo>
                      <a:pt x="1333" y="190"/>
                    </a:lnTo>
                    <a:lnTo>
                      <a:pt x="133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30">
                <a:extLst>
                  <a:ext uri="{FF2B5EF4-FFF2-40B4-BE49-F238E27FC236}">
                    <a16:creationId xmlns:a16="http://schemas.microsoft.com/office/drawing/2014/main" id="{783B5346-D4FA-F698-102A-9735B5FB30AE}"/>
                  </a:ext>
                </a:extLst>
              </p:cNvPr>
              <p:cNvSpPr/>
              <p:nvPr/>
            </p:nvSpPr>
            <p:spPr>
              <a:xfrm>
                <a:off x="6865150" y="999475"/>
                <a:ext cx="72800" cy="5000"/>
              </a:xfrm>
              <a:custGeom>
                <a:avLst/>
                <a:gdLst/>
                <a:ahLst/>
                <a:cxnLst/>
                <a:rect l="l" t="t" r="r" b="b"/>
                <a:pathLst>
                  <a:path w="2912" h="200" extrusionOk="0">
                    <a:moveTo>
                      <a:pt x="2911" y="1"/>
                    </a:moveTo>
                    <a:lnTo>
                      <a:pt x="0" y="10"/>
                    </a:lnTo>
                    <a:lnTo>
                      <a:pt x="0" y="199"/>
                    </a:lnTo>
                    <a:lnTo>
                      <a:pt x="2911" y="190"/>
                    </a:lnTo>
                    <a:lnTo>
                      <a:pt x="291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30">
                <a:extLst>
                  <a:ext uri="{FF2B5EF4-FFF2-40B4-BE49-F238E27FC236}">
                    <a16:creationId xmlns:a16="http://schemas.microsoft.com/office/drawing/2014/main" id="{7D9DF2CB-D8C4-D0FD-BE58-FBA2385F6DDB}"/>
                  </a:ext>
                </a:extLst>
              </p:cNvPr>
              <p:cNvSpPr/>
              <p:nvPr/>
            </p:nvSpPr>
            <p:spPr>
              <a:xfrm>
                <a:off x="6865150" y="1008000"/>
                <a:ext cx="72800" cy="4975"/>
              </a:xfrm>
              <a:custGeom>
                <a:avLst/>
                <a:gdLst/>
                <a:ahLst/>
                <a:cxnLst/>
                <a:rect l="l" t="t" r="r" b="b"/>
                <a:pathLst>
                  <a:path w="2912" h="199" extrusionOk="0">
                    <a:moveTo>
                      <a:pt x="2911" y="0"/>
                    </a:moveTo>
                    <a:lnTo>
                      <a:pt x="0" y="10"/>
                    </a:lnTo>
                    <a:lnTo>
                      <a:pt x="0" y="199"/>
                    </a:lnTo>
                    <a:lnTo>
                      <a:pt x="2911" y="189"/>
                    </a:lnTo>
                    <a:lnTo>
                      <a:pt x="29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30">
                <a:extLst>
                  <a:ext uri="{FF2B5EF4-FFF2-40B4-BE49-F238E27FC236}">
                    <a16:creationId xmlns:a16="http://schemas.microsoft.com/office/drawing/2014/main" id="{1513B4EC-57CA-0590-40F6-10E79999B369}"/>
                  </a:ext>
                </a:extLst>
              </p:cNvPr>
              <p:cNvSpPr/>
              <p:nvPr/>
            </p:nvSpPr>
            <p:spPr>
              <a:xfrm>
                <a:off x="6797575" y="980100"/>
                <a:ext cx="44675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1788" extrusionOk="0">
                    <a:moveTo>
                      <a:pt x="1" y="1"/>
                    </a:moveTo>
                    <a:lnTo>
                      <a:pt x="1" y="1787"/>
                    </a:lnTo>
                    <a:lnTo>
                      <a:pt x="1787" y="1787"/>
                    </a:lnTo>
                    <a:lnTo>
                      <a:pt x="178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39" name="Google Shape;639;p30">
              <a:extLst>
                <a:ext uri="{FF2B5EF4-FFF2-40B4-BE49-F238E27FC236}">
                  <a16:creationId xmlns:a16="http://schemas.microsoft.com/office/drawing/2014/main" id="{8927704D-7A48-8BF3-BF3C-FDC0CF35F203}"/>
                </a:ext>
              </a:extLst>
            </p:cNvPr>
            <p:cNvGrpSpPr/>
            <p:nvPr/>
          </p:nvGrpSpPr>
          <p:grpSpPr>
            <a:xfrm>
              <a:off x="7475713" y="965175"/>
              <a:ext cx="648575" cy="248400"/>
              <a:chOff x="1195050" y="2449275"/>
              <a:chExt cx="648575" cy="248400"/>
            </a:xfrm>
          </p:grpSpPr>
          <p:sp>
            <p:nvSpPr>
              <p:cNvPr id="640" name="Google Shape;640;p30">
                <a:extLst>
                  <a:ext uri="{FF2B5EF4-FFF2-40B4-BE49-F238E27FC236}">
                    <a16:creationId xmlns:a16="http://schemas.microsoft.com/office/drawing/2014/main" id="{22884EEE-EC8D-5E00-7D3F-63369E10B6F5}"/>
                  </a:ext>
                </a:extLst>
              </p:cNvPr>
              <p:cNvSpPr/>
              <p:nvPr/>
            </p:nvSpPr>
            <p:spPr>
              <a:xfrm>
                <a:off x="1195050" y="2449275"/>
                <a:ext cx="248400" cy="248400"/>
              </a:xfrm>
              <a:prstGeom prst="donut">
                <a:avLst>
                  <a:gd name="adj" fmla="val 25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30">
                <a:extLst>
                  <a:ext uri="{FF2B5EF4-FFF2-40B4-BE49-F238E27FC236}">
                    <a16:creationId xmlns:a16="http://schemas.microsoft.com/office/drawing/2014/main" id="{80587F88-2E7F-0ED2-D972-3D8344C201D3}"/>
                  </a:ext>
                </a:extLst>
              </p:cNvPr>
              <p:cNvSpPr/>
              <p:nvPr/>
            </p:nvSpPr>
            <p:spPr>
              <a:xfrm>
                <a:off x="1195050" y="2449275"/>
                <a:ext cx="248400" cy="248400"/>
              </a:xfrm>
              <a:prstGeom prst="blockArc">
                <a:avLst>
                  <a:gd name="adj1" fmla="val 8495047"/>
                  <a:gd name="adj2" fmla="val 16399518"/>
                  <a:gd name="adj3" fmla="val 24494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30">
                <a:extLst>
                  <a:ext uri="{FF2B5EF4-FFF2-40B4-BE49-F238E27FC236}">
                    <a16:creationId xmlns:a16="http://schemas.microsoft.com/office/drawing/2014/main" id="{094AB571-F87C-E793-C26C-13693486A7F3}"/>
                  </a:ext>
                </a:extLst>
              </p:cNvPr>
              <p:cNvSpPr/>
              <p:nvPr/>
            </p:nvSpPr>
            <p:spPr>
              <a:xfrm>
                <a:off x="1490225" y="2493250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30">
                <a:extLst>
                  <a:ext uri="{FF2B5EF4-FFF2-40B4-BE49-F238E27FC236}">
                    <a16:creationId xmlns:a16="http://schemas.microsoft.com/office/drawing/2014/main" id="{7D37595A-80CD-6263-AE87-229005990789}"/>
                  </a:ext>
                </a:extLst>
              </p:cNvPr>
              <p:cNvSpPr/>
              <p:nvPr/>
            </p:nvSpPr>
            <p:spPr>
              <a:xfrm>
                <a:off x="1490225" y="2563784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4" name="Google Shape;644;p30">
              <a:extLst>
                <a:ext uri="{FF2B5EF4-FFF2-40B4-BE49-F238E27FC236}">
                  <a16:creationId xmlns:a16="http://schemas.microsoft.com/office/drawing/2014/main" id="{B5687A0A-7D97-CEF5-C6CB-8E9C9F6D69B9}"/>
                </a:ext>
              </a:extLst>
            </p:cNvPr>
            <p:cNvGrpSpPr/>
            <p:nvPr/>
          </p:nvGrpSpPr>
          <p:grpSpPr>
            <a:xfrm>
              <a:off x="7475713" y="1284850"/>
              <a:ext cx="648575" cy="248400"/>
              <a:chOff x="1195050" y="2449275"/>
              <a:chExt cx="648575" cy="248400"/>
            </a:xfrm>
          </p:grpSpPr>
          <p:sp>
            <p:nvSpPr>
              <p:cNvPr id="645" name="Google Shape;645;p30">
                <a:extLst>
                  <a:ext uri="{FF2B5EF4-FFF2-40B4-BE49-F238E27FC236}">
                    <a16:creationId xmlns:a16="http://schemas.microsoft.com/office/drawing/2014/main" id="{39D8D23E-062E-D11E-A163-2DFCFA2F2BC1}"/>
                  </a:ext>
                </a:extLst>
              </p:cNvPr>
              <p:cNvSpPr/>
              <p:nvPr/>
            </p:nvSpPr>
            <p:spPr>
              <a:xfrm>
                <a:off x="1195050" y="2449275"/>
                <a:ext cx="248400" cy="248400"/>
              </a:xfrm>
              <a:prstGeom prst="donut">
                <a:avLst>
                  <a:gd name="adj" fmla="val 25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30">
                <a:extLst>
                  <a:ext uri="{FF2B5EF4-FFF2-40B4-BE49-F238E27FC236}">
                    <a16:creationId xmlns:a16="http://schemas.microsoft.com/office/drawing/2014/main" id="{1F1ECC23-C793-D0C0-FCD2-58BCB6D3D5F0}"/>
                  </a:ext>
                </a:extLst>
              </p:cNvPr>
              <p:cNvSpPr/>
              <p:nvPr/>
            </p:nvSpPr>
            <p:spPr>
              <a:xfrm>
                <a:off x="1195050" y="2449275"/>
                <a:ext cx="248400" cy="248400"/>
              </a:xfrm>
              <a:prstGeom prst="blockArc">
                <a:avLst>
                  <a:gd name="adj1" fmla="val 8495047"/>
                  <a:gd name="adj2" fmla="val 16399518"/>
                  <a:gd name="adj3" fmla="val 24494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30">
                <a:extLst>
                  <a:ext uri="{FF2B5EF4-FFF2-40B4-BE49-F238E27FC236}">
                    <a16:creationId xmlns:a16="http://schemas.microsoft.com/office/drawing/2014/main" id="{7F3D1B5E-5ED7-F403-BF57-3F538B32C38D}"/>
                  </a:ext>
                </a:extLst>
              </p:cNvPr>
              <p:cNvSpPr/>
              <p:nvPr/>
            </p:nvSpPr>
            <p:spPr>
              <a:xfrm>
                <a:off x="1490225" y="2493250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30">
                <a:extLst>
                  <a:ext uri="{FF2B5EF4-FFF2-40B4-BE49-F238E27FC236}">
                    <a16:creationId xmlns:a16="http://schemas.microsoft.com/office/drawing/2014/main" id="{3C30C922-D4FE-4DE8-076F-4AF21436C4AB}"/>
                  </a:ext>
                </a:extLst>
              </p:cNvPr>
              <p:cNvSpPr/>
              <p:nvPr/>
            </p:nvSpPr>
            <p:spPr>
              <a:xfrm>
                <a:off x="1490225" y="2563784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C9CB01D-B066-B814-4C8F-9E3408047417}"/>
              </a:ext>
            </a:extLst>
          </p:cNvPr>
          <p:cNvSpPr txBox="1"/>
          <p:nvPr/>
        </p:nvSpPr>
        <p:spPr>
          <a:xfrm>
            <a:off x="154546" y="4499020"/>
            <a:ext cx="20377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발표자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: </a:t>
            </a:r>
            <a:r>
              <a:rPr lang="ko-KR" altLang="en-US" dirty="0" err="1">
                <a:latin typeface="프리젠테이션 6 SemiBold" pitchFamily="2" charset="-127"/>
                <a:ea typeface="프리젠테이션 6 SemiBold" pitchFamily="2" charset="-127"/>
              </a:rPr>
              <a:t>지민승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(20212960)</a:t>
            </a:r>
            <a:endParaRPr lang="ko-KR" altLang="en-US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2830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latin typeface="프리젠테이션 8 ExtraBold" pitchFamily="2" charset="-127"/>
                <a:ea typeface="프리젠테이션 8 ExtraBold" pitchFamily="2" charset="-127"/>
              </a:rPr>
              <a:t>주요 기술 및 도구</a:t>
            </a:r>
            <a:endParaRPr sz="3000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05" name="Google Shape;705;p32"/>
          <p:cNvSpPr txBox="1">
            <a:spLocks noGrp="1"/>
          </p:cNvSpPr>
          <p:nvPr>
            <p:ph type="subTitle" idx="1"/>
          </p:nvPr>
        </p:nvSpPr>
        <p:spPr>
          <a:xfrm>
            <a:off x="260876" y="2786512"/>
            <a:ext cx="2241900" cy="12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400" dirty="0">
                <a:latin typeface="프리젠테이션 7 Bold" pitchFamily="2" charset="-127"/>
                <a:ea typeface="프리젠테이션 7 Bold" pitchFamily="2" charset="-127"/>
              </a:rPr>
              <a:t>Java, NetBeans, Git, Discord, Notion, SourceTree</a:t>
            </a:r>
            <a:endParaRPr sz="14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706" name="Google Shape;706;p32"/>
          <p:cNvSpPr txBox="1">
            <a:spLocks noGrp="1"/>
          </p:cNvSpPr>
          <p:nvPr>
            <p:ph type="subTitle" idx="2"/>
          </p:nvPr>
        </p:nvSpPr>
        <p:spPr>
          <a:xfrm>
            <a:off x="2628804" y="2823533"/>
            <a:ext cx="2241900" cy="12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400" dirty="0">
                <a:latin typeface="프리젠테이션 7 Bold" pitchFamily="2" charset="-127"/>
                <a:ea typeface="프리젠테이션 7 Bold" pitchFamily="2" charset="-127"/>
              </a:rPr>
              <a:t>TCP Socket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dirty="0">
                <a:latin typeface="프리젠테이션 7 Bold" pitchFamily="2" charset="-127"/>
                <a:ea typeface="프리젠테이션 7 Bold" pitchFamily="2" charset="-127"/>
              </a:rPr>
              <a:t>클라이언트</a:t>
            </a:r>
            <a:r>
              <a:rPr lang="en-US" altLang="ko-KR" sz="1400" dirty="0">
                <a:latin typeface="프리젠테이션 7 Bold" pitchFamily="2" charset="-127"/>
                <a:ea typeface="프리젠테이션 7 Bold" pitchFamily="2" charset="-127"/>
              </a:rPr>
              <a:t>-</a:t>
            </a:r>
            <a:r>
              <a:rPr lang="ko-KR" altLang="en-US" sz="1400" dirty="0">
                <a:latin typeface="프리젠테이션 7 Bold" pitchFamily="2" charset="-127"/>
                <a:ea typeface="프리젠테이션 7 Bold" pitchFamily="2" charset="-127"/>
              </a:rPr>
              <a:t>서버 간 실시간 데이터 송수신 구현</a:t>
            </a:r>
            <a:endParaRPr sz="14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707" name="Google Shape;707;p32"/>
          <p:cNvSpPr txBox="1">
            <a:spLocks noGrp="1"/>
          </p:cNvSpPr>
          <p:nvPr>
            <p:ph type="subTitle" idx="3"/>
          </p:nvPr>
        </p:nvSpPr>
        <p:spPr>
          <a:xfrm>
            <a:off x="4674719" y="2786512"/>
            <a:ext cx="2241900" cy="12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91919"/>
                </a:solidFill>
                <a:latin typeface="프리젠테이션 7 Bold" pitchFamily="2" charset="-127"/>
                <a:ea typeface="프리젠테이션 7 Bold" pitchFamily="2" charset="-127"/>
                <a:cs typeface="Open Sans"/>
                <a:sym typeface="Open Sans"/>
              </a:rPr>
              <a:t>txt. </a:t>
            </a:r>
            <a:r>
              <a:rPr lang="ko-KR" altLang="en-US" sz="1400" dirty="0">
                <a:solidFill>
                  <a:srgbClr val="191919"/>
                </a:solidFill>
                <a:latin typeface="프리젠테이션 7 Bold" pitchFamily="2" charset="-127"/>
                <a:ea typeface="프리젠테이션 7 Bold" pitchFamily="2" charset="-127"/>
                <a:cs typeface="Open Sans"/>
                <a:sym typeface="Open Sans"/>
              </a:rPr>
              <a:t>파일</a:t>
            </a:r>
            <a:endParaRPr sz="1400" dirty="0">
              <a:solidFill>
                <a:srgbClr val="191919"/>
              </a:solidFill>
              <a:latin typeface="프리젠테이션 7 Bold" pitchFamily="2" charset="-127"/>
              <a:ea typeface="프리젠테이션 7 Bold" pitchFamily="2" charset="-127"/>
              <a:cs typeface="Open Sans"/>
              <a:sym typeface="Open Sans"/>
            </a:endParaRPr>
          </a:p>
        </p:txBody>
      </p:sp>
      <p:sp>
        <p:nvSpPr>
          <p:cNvPr id="708" name="Google Shape;708;p32"/>
          <p:cNvSpPr txBox="1">
            <a:spLocks noGrp="1"/>
          </p:cNvSpPr>
          <p:nvPr>
            <p:ph type="subTitle" idx="4"/>
          </p:nvPr>
        </p:nvSpPr>
        <p:spPr>
          <a:xfrm>
            <a:off x="261327" y="2384820"/>
            <a:ext cx="2241900" cy="45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latin typeface="프리젠테이션 8 ExtraBold" pitchFamily="2" charset="-127"/>
                <a:ea typeface="프리젠테이션 8 ExtraBold" pitchFamily="2" charset="-127"/>
              </a:rPr>
              <a:t>개발도구</a:t>
            </a:r>
            <a:endParaRPr sz="2000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09" name="Google Shape;709;p32"/>
          <p:cNvSpPr txBox="1">
            <a:spLocks noGrp="1"/>
          </p:cNvSpPr>
          <p:nvPr>
            <p:ph type="subTitle" idx="5"/>
          </p:nvPr>
        </p:nvSpPr>
        <p:spPr>
          <a:xfrm>
            <a:off x="2603718" y="2366033"/>
            <a:ext cx="2241900" cy="45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latin typeface="프리젠테이션 8 ExtraBold" pitchFamily="2" charset="-127"/>
                <a:ea typeface="프리젠테이션 8 ExtraBold" pitchFamily="2" charset="-127"/>
              </a:rPr>
              <a:t>통신 방식</a:t>
            </a:r>
            <a:endParaRPr sz="2000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10" name="Google Shape;710;p32"/>
          <p:cNvSpPr txBox="1">
            <a:spLocks noGrp="1"/>
          </p:cNvSpPr>
          <p:nvPr>
            <p:ph type="subTitle" idx="6"/>
          </p:nvPr>
        </p:nvSpPr>
        <p:spPr>
          <a:xfrm>
            <a:off x="4675166" y="2384820"/>
            <a:ext cx="2241900" cy="45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latin typeface="프리젠테이션 8 ExtraBold" pitchFamily="2" charset="-127"/>
                <a:ea typeface="프리젠테이션 8 ExtraBold" pitchFamily="2" charset="-127"/>
              </a:rPr>
              <a:t>데이터 처리</a:t>
            </a:r>
            <a:endParaRPr sz="2000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711" name="Google Shape;711;p32"/>
          <p:cNvGrpSpPr/>
          <p:nvPr/>
        </p:nvGrpSpPr>
        <p:grpSpPr>
          <a:xfrm>
            <a:off x="5602086" y="1798326"/>
            <a:ext cx="439915" cy="450053"/>
            <a:chOff x="1311970" y="1511887"/>
            <a:chExt cx="345810" cy="345547"/>
          </a:xfrm>
        </p:grpSpPr>
        <p:sp>
          <p:nvSpPr>
            <p:cNvPr id="712" name="Google Shape;712;p32"/>
            <p:cNvSpPr/>
            <p:nvPr/>
          </p:nvSpPr>
          <p:spPr>
            <a:xfrm>
              <a:off x="1446990" y="1619656"/>
              <a:ext cx="27041" cy="59589"/>
            </a:xfrm>
            <a:custGeom>
              <a:avLst/>
              <a:gdLst/>
              <a:ahLst/>
              <a:cxnLst/>
              <a:rect l="l" t="t" r="r" b="b"/>
              <a:pathLst>
                <a:path w="1031" h="2272" extrusionOk="0">
                  <a:moveTo>
                    <a:pt x="617" y="0"/>
                  </a:moveTo>
                  <a:cubicBezTo>
                    <a:pt x="275" y="0"/>
                    <a:pt x="1" y="280"/>
                    <a:pt x="1" y="621"/>
                  </a:cubicBezTo>
                  <a:lnTo>
                    <a:pt x="1" y="766"/>
                  </a:lnTo>
                  <a:cubicBezTo>
                    <a:pt x="1" y="944"/>
                    <a:pt x="30" y="1117"/>
                    <a:pt x="83" y="1285"/>
                  </a:cubicBezTo>
                  <a:lnTo>
                    <a:pt x="410" y="2272"/>
                  </a:lnTo>
                  <a:lnTo>
                    <a:pt x="1030" y="2272"/>
                  </a:lnTo>
                  <a:lnTo>
                    <a:pt x="10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2"/>
            <p:cNvSpPr/>
            <p:nvPr/>
          </p:nvSpPr>
          <p:spPr>
            <a:xfrm>
              <a:off x="1457848" y="1614226"/>
              <a:ext cx="64887" cy="65018"/>
            </a:xfrm>
            <a:custGeom>
              <a:avLst/>
              <a:gdLst/>
              <a:ahLst/>
              <a:cxnLst/>
              <a:rect l="l" t="t" r="r" b="b"/>
              <a:pathLst>
                <a:path w="2474" h="2479" extrusionOk="0">
                  <a:moveTo>
                    <a:pt x="616" y="1"/>
                  </a:moveTo>
                  <a:cubicBezTo>
                    <a:pt x="275" y="1"/>
                    <a:pt x="1" y="280"/>
                    <a:pt x="1" y="621"/>
                  </a:cubicBezTo>
                  <a:cubicBezTo>
                    <a:pt x="1" y="847"/>
                    <a:pt x="183" y="1035"/>
                    <a:pt x="414" y="1035"/>
                  </a:cubicBezTo>
                  <a:lnTo>
                    <a:pt x="2065" y="2479"/>
                  </a:lnTo>
                  <a:lnTo>
                    <a:pt x="2430" y="1199"/>
                  </a:lnTo>
                  <a:cubicBezTo>
                    <a:pt x="2459" y="1088"/>
                    <a:pt x="2474" y="973"/>
                    <a:pt x="2474" y="857"/>
                  </a:cubicBezTo>
                  <a:lnTo>
                    <a:pt x="24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2"/>
            <p:cNvSpPr/>
            <p:nvPr/>
          </p:nvSpPr>
          <p:spPr>
            <a:xfrm>
              <a:off x="1468575" y="1695374"/>
              <a:ext cx="32575" cy="32575"/>
            </a:xfrm>
            <a:custGeom>
              <a:avLst/>
              <a:gdLst/>
              <a:ahLst/>
              <a:cxnLst/>
              <a:rect l="l" t="t" r="r" b="b"/>
              <a:pathLst>
                <a:path w="1242" h="1242" extrusionOk="0">
                  <a:moveTo>
                    <a:pt x="1" y="0"/>
                  </a:moveTo>
                  <a:lnTo>
                    <a:pt x="1" y="1242"/>
                  </a:lnTo>
                  <a:lnTo>
                    <a:pt x="1242" y="1242"/>
                  </a:lnTo>
                  <a:lnTo>
                    <a:pt x="12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2"/>
            <p:cNvSpPr/>
            <p:nvPr/>
          </p:nvSpPr>
          <p:spPr>
            <a:xfrm>
              <a:off x="1430728" y="1708488"/>
              <a:ext cx="108162" cy="84348"/>
            </a:xfrm>
            <a:custGeom>
              <a:avLst/>
              <a:gdLst/>
              <a:ahLst/>
              <a:cxnLst/>
              <a:rect l="l" t="t" r="r" b="b"/>
              <a:pathLst>
                <a:path w="4124" h="3216" extrusionOk="0">
                  <a:moveTo>
                    <a:pt x="1444" y="1"/>
                  </a:moveTo>
                  <a:lnTo>
                    <a:pt x="448" y="290"/>
                  </a:lnTo>
                  <a:cubicBezTo>
                    <a:pt x="183" y="362"/>
                    <a:pt x="0" y="607"/>
                    <a:pt x="0" y="881"/>
                  </a:cubicBezTo>
                  <a:lnTo>
                    <a:pt x="0" y="3215"/>
                  </a:lnTo>
                  <a:lnTo>
                    <a:pt x="4124" y="3215"/>
                  </a:lnTo>
                  <a:lnTo>
                    <a:pt x="4124" y="881"/>
                  </a:lnTo>
                  <a:cubicBezTo>
                    <a:pt x="4124" y="607"/>
                    <a:pt x="3941" y="362"/>
                    <a:pt x="3676" y="290"/>
                  </a:cubicBezTo>
                  <a:lnTo>
                    <a:pt x="2680" y="1"/>
                  </a:lnTo>
                  <a:lnTo>
                    <a:pt x="2440" y="294"/>
                  </a:lnTo>
                  <a:cubicBezTo>
                    <a:pt x="2341" y="410"/>
                    <a:pt x="2203" y="468"/>
                    <a:pt x="2064" y="468"/>
                  </a:cubicBezTo>
                  <a:cubicBezTo>
                    <a:pt x="1926" y="468"/>
                    <a:pt x="1788" y="410"/>
                    <a:pt x="1689" y="294"/>
                  </a:cubicBezTo>
                  <a:lnTo>
                    <a:pt x="144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2"/>
            <p:cNvSpPr/>
            <p:nvPr/>
          </p:nvSpPr>
          <p:spPr>
            <a:xfrm>
              <a:off x="1452287" y="1641372"/>
              <a:ext cx="65149" cy="59458"/>
            </a:xfrm>
            <a:custGeom>
              <a:avLst/>
              <a:gdLst/>
              <a:ahLst/>
              <a:cxnLst/>
              <a:rect l="l" t="t" r="r" b="b"/>
              <a:pathLst>
                <a:path w="2484" h="2267" extrusionOk="0">
                  <a:moveTo>
                    <a:pt x="800" y="0"/>
                  </a:moveTo>
                  <a:cubicBezTo>
                    <a:pt x="684" y="0"/>
                    <a:pt x="578" y="43"/>
                    <a:pt x="496" y="120"/>
                  </a:cubicBezTo>
                  <a:lnTo>
                    <a:pt x="294" y="327"/>
                  </a:lnTo>
                  <a:cubicBezTo>
                    <a:pt x="107" y="510"/>
                    <a:pt x="1" y="765"/>
                    <a:pt x="6" y="1030"/>
                  </a:cubicBezTo>
                  <a:cubicBezTo>
                    <a:pt x="6" y="1713"/>
                    <a:pt x="559" y="2266"/>
                    <a:pt x="1242" y="2266"/>
                  </a:cubicBezTo>
                  <a:cubicBezTo>
                    <a:pt x="1245" y="2266"/>
                    <a:pt x="1248" y="2266"/>
                    <a:pt x="1251" y="2266"/>
                  </a:cubicBezTo>
                  <a:cubicBezTo>
                    <a:pt x="1930" y="2266"/>
                    <a:pt x="2484" y="1710"/>
                    <a:pt x="2484" y="1030"/>
                  </a:cubicBezTo>
                  <a:lnTo>
                    <a:pt x="2484" y="770"/>
                  </a:lnTo>
                  <a:cubicBezTo>
                    <a:pt x="2484" y="659"/>
                    <a:pt x="2440" y="553"/>
                    <a:pt x="2363" y="476"/>
                  </a:cubicBezTo>
                  <a:cubicBezTo>
                    <a:pt x="2041" y="164"/>
                    <a:pt x="1459" y="24"/>
                    <a:pt x="8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2"/>
            <p:cNvSpPr/>
            <p:nvPr/>
          </p:nvSpPr>
          <p:spPr>
            <a:xfrm>
              <a:off x="1452287" y="1641346"/>
              <a:ext cx="64913" cy="58225"/>
            </a:xfrm>
            <a:custGeom>
              <a:avLst/>
              <a:gdLst/>
              <a:ahLst/>
              <a:cxnLst/>
              <a:rect l="l" t="t" r="r" b="b"/>
              <a:pathLst>
                <a:path w="2475" h="2220" extrusionOk="0">
                  <a:moveTo>
                    <a:pt x="780" y="1"/>
                  </a:moveTo>
                  <a:cubicBezTo>
                    <a:pt x="674" y="1"/>
                    <a:pt x="570" y="48"/>
                    <a:pt x="496" y="121"/>
                  </a:cubicBezTo>
                  <a:lnTo>
                    <a:pt x="294" y="328"/>
                  </a:lnTo>
                  <a:cubicBezTo>
                    <a:pt x="107" y="511"/>
                    <a:pt x="1" y="766"/>
                    <a:pt x="1" y="1031"/>
                  </a:cubicBezTo>
                  <a:cubicBezTo>
                    <a:pt x="1" y="1579"/>
                    <a:pt x="367" y="2065"/>
                    <a:pt x="896" y="2219"/>
                  </a:cubicBezTo>
                  <a:cubicBezTo>
                    <a:pt x="718" y="1998"/>
                    <a:pt x="622" y="1728"/>
                    <a:pt x="622" y="1445"/>
                  </a:cubicBezTo>
                  <a:lnTo>
                    <a:pt x="622" y="1031"/>
                  </a:lnTo>
                  <a:cubicBezTo>
                    <a:pt x="622" y="799"/>
                    <a:pt x="809" y="616"/>
                    <a:pt x="1034" y="616"/>
                  </a:cubicBezTo>
                  <a:cubicBezTo>
                    <a:pt x="1042" y="616"/>
                    <a:pt x="1051" y="616"/>
                    <a:pt x="1059" y="617"/>
                  </a:cubicBezTo>
                  <a:cubicBezTo>
                    <a:pt x="1478" y="646"/>
                    <a:pt x="2094" y="713"/>
                    <a:pt x="2474" y="896"/>
                  </a:cubicBezTo>
                  <a:cubicBezTo>
                    <a:pt x="2460" y="809"/>
                    <a:pt x="2426" y="535"/>
                    <a:pt x="2359" y="477"/>
                  </a:cubicBezTo>
                  <a:cubicBezTo>
                    <a:pt x="2041" y="165"/>
                    <a:pt x="1459" y="25"/>
                    <a:pt x="795" y="1"/>
                  </a:cubicBezTo>
                  <a:cubicBezTo>
                    <a:pt x="790" y="1"/>
                    <a:pt x="785" y="1"/>
                    <a:pt x="780" y="1"/>
                  </a:cubicBezTo>
                  <a:close/>
                </a:path>
              </a:pathLst>
            </a:custGeom>
            <a:solidFill>
              <a:srgbClr val="383838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2"/>
            <p:cNvSpPr/>
            <p:nvPr/>
          </p:nvSpPr>
          <p:spPr>
            <a:xfrm>
              <a:off x="1430728" y="1722258"/>
              <a:ext cx="21716" cy="70578"/>
            </a:xfrm>
            <a:custGeom>
              <a:avLst/>
              <a:gdLst/>
              <a:ahLst/>
              <a:cxnLst/>
              <a:rect l="l" t="t" r="r" b="b"/>
              <a:pathLst>
                <a:path w="828" h="2691" extrusionOk="0">
                  <a:moveTo>
                    <a:pt x="116" y="0"/>
                  </a:moveTo>
                  <a:cubicBezTo>
                    <a:pt x="39" y="106"/>
                    <a:pt x="0" y="231"/>
                    <a:pt x="0" y="356"/>
                  </a:cubicBezTo>
                  <a:lnTo>
                    <a:pt x="0" y="2690"/>
                  </a:lnTo>
                  <a:lnTo>
                    <a:pt x="828" y="2690"/>
                  </a:lnTo>
                  <a:lnTo>
                    <a:pt x="828" y="972"/>
                  </a:lnTo>
                  <a:cubicBezTo>
                    <a:pt x="828" y="809"/>
                    <a:pt x="760" y="650"/>
                    <a:pt x="645" y="534"/>
                  </a:cubicBezTo>
                  <a:lnTo>
                    <a:pt x="116" y="0"/>
                  </a:lnTo>
                  <a:close/>
                </a:path>
              </a:pathLst>
            </a:custGeom>
            <a:solidFill>
              <a:srgbClr val="383838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2"/>
            <p:cNvSpPr/>
            <p:nvPr/>
          </p:nvSpPr>
          <p:spPr>
            <a:xfrm>
              <a:off x="1517279" y="1722258"/>
              <a:ext cx="21743" cy="70578"/>
            </a:xfrm>
            <a:custGeom>
              <a:avLst/>
              <a:gdLst/>
              <a:ahLst/>
              <a:cxnLst/>
              <a:rect l="l" t="t" r="r" b="b"/>
              <a:pathLst>
                <a:path w="829" h="2691" extrusionOk="0">
                  <a:moveTo>
                    <a:pt x="713" y="0"/>
                  </a:moveTo>
                  <a:lnTo>
                    <a:pt x="184" y="534"/>
                  </a:lnTo>
                  <a:cubicBezTo>
                    <a:pt x="68" y="650"/>
                    <a:pt x="1" y="809"/>
                    <a:pt x="1" y="972"/>
                  </a:cubicBezTo>
                  <a:lnTo>
                    <a:pt x="1" y="2690"/>
                  </a:lnTo>
                  <a:lnTo>
                    <a:pt x="829" y="2690"/>
                  </a:lnTo>
                  <a:lnTo>
                    <a:pt x="829" y="356"/>
                  </a:lnTo>
                  <a:cubicBezTo>
                    <a:pt x="824" y="231"/>
                    <a:pt x="785" y="106"/>
                    <a:pt x="713" y="0"/>
                  </a:cubicBezTo>
                  <a:close/>
                </a:path>
              </a:pathLst>
            </a:custGeom>
            <a:solidFill>
              <a:srgbClr val="383838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2"/>
            <p:cNvSpPr/>
            <p:nvPr/>
          </p:nvSpPr>
          <p:spPr>
            <a:xfrm>
              <a:off x="1317006" y="1516922"/>
              <a:ext cx="335607" cy="335345"/>
            </a:xfrm>
            <a:custGeom>
              <a:avLst/>
              <a:gdLst/>
              <a:ahLst/>
              <a:cxnLst/>
              <a:rect l="l" t="t" r="r" b="b"/>
              <a:pathLst>
                <a:path w="12796" h="12786" extrusionOk="0">
                  <a:moveTo>
                    <a:pt x="6403" y="2474"/>
                  </a:moveTo>
                  <a:cubicBezTo>
                    <a:pt x="6907" y="2474"/>
                    <a:pt x="7416" y="2572"/>
                    <a:pt x="7902" y="2772"/>
                  </a:cubicBezTo>
                  <a:cubicBezTo>
                    <a:pt x="9364" y="3379"/>
                    <a:pt x="10322" y="4808"/>
                    <a:pt x="10322" y="6395"/>
                  </a:cubicBezTo>
                  <a:cubicBezTo>
                    <a:pt x="10322" y="8561"/>
                    <a:pt x="8566" y="10312"/>
                    <a:pt x="6400" y="10312"/>
                  </a:cubicBezTo>
                  <a:cubicBezTo>
                    <a:pt x="4812" y="10312"/>
                    <a:pt x="3383" y="9360"/>
                    <a:pt x="2777" y="7892"/>
                  </a:cubicBezTo>
                  <a:cubicBezTo>
                    <a:pt x="2171" y="6429"/>
                    <a:pt x="2508" y="4745"/>
                    <a:pt x="3629" y="3624"/>
                  </a:cubicBezTo>
                  <a:cubicBezTo>
                    <a:pt x="4379" y="2873"/>
                    <a:pt x="5382" y="2474"/>
                    <a:pt x="6403" y="2474"/>
                  </a:cubicBezTo>
                  <a:close/>
                  <a:moveTo>
                    <a:pt x="5573" y="1"/>
                  </a:moveTo>
                  <a:cubicBezTo>
                    <a:pt x="5457" y="1"/>
                    <a:pt x="5366" y="92"/>
                    <a:pt x="5366" y="208"/>
                  </a:cubicBezTo>
                  <a:lnTo>
                    <a:pt x="5366" y="751"/>
                  </a:lnTo>
                  <a:cubicBezTo>
                    <a:pt x="5366" y="852"/>
                    <a:pt x="5298" y="934"/>
                    <a:pt x="5202" y="953"/>
                  </a:cubicBezTo>
                  <a:cubicBezTo>
                    <a:pt x="4562" y="1093"/>
                    <a:pt x="3951" y="1348"/>
                    <a:pt x="3398" y="1704"/>
                  </a:cubicBezTo>
                  <a:cubicBezTo>
                    <a:pt x="3363" y="1726"/>
                    <a:pt x="3324" y="1738"/>
                    <a:pt x="3286" y="1738"/>
                  </a:cubicBezTo>
                  <a:cubicBezTo>
                    <a:pt x="3233" y="1738"/>
                    <a:pt x="3182" y="1717"/>
                    <a:pt x="3143" y="1675"/>
                  </a:cubicBezTo>
                  <a:lnTo>
                    <a:pt x="2753" y="1290"/>
                  </a:lnTo>
                  <a:cubicBezTo>
                    <a:pt x="2712" y="1249"/>
                    <a:pt x="2659" y="1229"/>
                    <a:pt x="2606" y="1229"/>
                  </a:cubicBezTo>
                  <a:cubicBezTo>
                    <a:pt x="2553" y="1229"/>
                    <a:pt x="2500" y="1249"/>
                    <a:pt x="2459" y="1290"/>
                  </a:cubicBezTo>
                  <a:lnTo>
                    <a:pt x="1290" y="2455"/>
                  </a:lnTo>
                  <a:cubicBezTo>
                    <a:pt x="1213" y="2532"/>
                    <a:pt x="1213" y="2666"/>
                    <a:pt x="1290" y="2743"/>
                  </a:cubicBezTo>
                  <a:lnTo>
                    <a:pt x="1680" y="3133"/>
                  </a:lnTo>
                  <a:cubicBezTo>
                    <a:pt x="1747" y="3201"/>
                    <a:pt x="1762" y="3311"/>
                    <a:pt x="1704" y="3393"/>
                  </a:cubicBezTo>
                  <a:cubicBezTo>
                    <a:pt x="1353" y="3942"/>
                    <a:pt x="1098" y="4553"/>
                    <a:pt x="958" y="5197"/>
                  </a:cubicBezTo>
                  <a:cubicBezTo>
                    <a:pt x="939" y="5289"/>
                    <a:pt x="857" y="5361"/>
                    <a:pt x="756" y="5361"/>
                  </a:cubicBezTo>
                  <a:lnTo>
                    <a:pt x="208" y="5361"/>
                  </a:lnTo>
                  <a:cubicBezTo>
                    <a:pt x="97" y="5361"/>
                    <a:pt x="1" y="5452"/>
                    <a:pt x="1" y="5568"/>
                  </a:cubicBezTo>
                  <a:lnTo>
                    <a:pt x="1" y="7218"/>
                  </a:lnTo>
                  <a:cubicBezTo>
                    <a:pt x="1" y="7329"/>
                    <a:pt x="97" y="7425"/>
                    <a:pt x="208" y="7425"/>
                  </a:cubicBezTo>
                  <a:lnTo>
                    <a:pt x="756" y="7425"/>
                  </a:lnTo>
                  <a:cubicBezTo>
                    <a:pt x="857" y="7425"/>
                    <a:pt x="939" y="7493"/>
                    <a:pt x="958" y="7589"/>
                  </a:cubicBezTo>
                  <a:cubicBezTo>
                    <a:pt x="1098" y="8229"/>
                    <a:pt x="1353" y="8840"/>
                    <a:pt x="1704" y="9393"/>
                  </a:cubicBezTo>
                  <a:cubicBezTo>
                    <a:pt x="1762" y="9475"/>
                    <a:pt x="1747" y="9581"/>
                    <a:pt x="1680" y="9648"/>
                  </a:cubicBezTo>
                  <a:lnTo>
                    <a:pt x="1290" y="10038"/>
                  </a:lnTo>
                  <a:cubicBezTo>
                    <a:pt x="1213" y="10120"/>
                    <a:pt x="1213" y="10250"/>
                    <a:pt x="1290" y="10331"/>
                  </a:cubicBezTo>
                  <a:lnTo>
                    <a:pt x="2459" y="11496"/>
                  </a:lnTo>
                  <a:cubicBezTo>
                    <a:pt x="2500" y="11537"/>
                    <a:pt x="2553" y="11557"/>
                    <a:pt x="2606" y="11557"/>
                  </a:cubicBezTo>
                  <a:cubicBezTo>
                    <a:pt x="2659" y="11557"/>
                    <a:pt x="2712" y="11537"/>
                    <a:pt x="2753" y="11496"/>
                  </a:cubicBezTo>
                  <a:lnTo>
                    <a:pt x="3138" y="11111"/>
                  </a:lnTo>
                  <a:cubicBezTo>
                    <a:pt x="3180" y="11069"/>
                    <a:pt x="3232" y="11049"/>
                    <a:pt x="3285" y="11049"/>
                  </a:cubicBezTo>
                  <a:cubicBezTo>
                    <a:pt x="3324" y="11049"/>
                    <a:pt x="3363" y="11060"/>
                    <a:pt x="3398" y="11082"/>
                  </a:cubicBezTo>
                  <a:cubicBezTo>
                    <a:pt x="3951" y="11438"/>
                    <a:pt x="4562" y="11693"/>
                    <a:pt x="5202" y="11833"/>
                  </a:cubicBezTo>
                  <a:cubicBezTo>
                    <a:pt x="5298" y="11852"/>
                    <a:pt x="5366" y="11934"/>
                    <a:pt x="5366" y="12030"/>
                  </a:cubicBezTo>
                  <a:lnTo>
                    <a:pt x="5366" y="12579"/>
                  </a:lnTo>
                  <a:cubicBezTo>
                    <a:pt x="5366" y="12694"/>
                    <a:pt x="5457" y="12785"/>
                    <a:pt x="5573" y="12785"/>
                  </a:cubicBezTo>
                  <a:lnTo>
                    <a:pt x="7223" y="12785"/>
                  </a:lnTo>
                  <a:cubicBezTo>
                    <a:pt x="7339" y="12785"/>
                    <a:pt x="7430" y="12694"/>
                    <a:pt x="7430" y="12579"/>
                  </a:cubicBezTo>
                  <a:lnTo>
                    <a:pt x="7430" y="12030"/>
                  </a:lnTo>
                  <a:cubicBezTo>
                    <a:pt x="7430" y="11934"/>
                    <a:pt x="7497" y="11852"/>
                    <a:pt x="7594" y="11833"/>
                  </a:cubicBezTo>
                  <a:cubicBezTo>
                    <a:pt x="8234" y="11693"/>
                    <a:pt x="8845" y="11438"/>
                    <a:pt x="9398" y="11082"/>
                  </a:cubicBezTo>
                  <a:cubicBezTo>
                    <a:pt x="9433" y="11060"/>
                    <a:pt x="9472" y="11049"/>
                    <a:pt x="9510" y="11049"/>
                  </a:cubicBezTo>
                  <a:cubicBezTo>
                    <a:pt x="9563" y="11049"/>
                    <a:pt x="9616" y="11069"/>
                    <a:pt x="9658" y="11111"/>
                  </a:cubicBezTo>
                  <a:lnTo>
                    <a:pt x="10043" y="11496"/>
                  </a:lnTo>
                  <a:cubicBezTo>
                    <a:pt x="10084" y="11537"/>
                    <a:pt x="10137" y="11557"/>
                    <a:pt x="10190" y="11557"/>
                  </a:cubicBezTo>
                  <a:cubicBezTo>
                    <a:pt x="10242" y="11557"/>
                    <a:pt x="10295" y="11537"/>
                    <a:pt x="10336" y="11496"/>
                  </a:cubicBezTo>
                  <a:lnTo>
                    <a:pt x="11506" y="10331"/>
                  </a:lnTo>
                  <a:cubicBezTo>
                    <a:pt x="11583" y="10250"/>
                    <a:pt x="11583" y="10120"/>
                    <a:pt x="11506" y="10038"/>
                  </a:cubicBezTo>
                  <a:lnTo>
                    <a:pt x="11116" y="9648"/>
                  </a:lnTo>
                  <a:cubicBezTo>
                    <a:pt x="11048" y="9581"/>
                    <a:pt x="11039" y="9475"/>
                    <a:pt x="11092" y="9393"/>
                  </a:cubicBezTo>
                  <a:cubicBezTo>
                    <a:pt x="11443" y="8840"/>
                    <a:pt x="11698" y="8229"/>
                    <a:pt x="11838" y="7589"/>
                  </a:cubicBezTo>
                  <a:cubicBezTo>
                    <a:pt x="11857" y="7493"/>
                    <a:pt x="11943" y="7425"/>
                    <a:pt x="12040" y="7425"/>
                  </a:cubicBezTo>
                  <a:lnTo>
                    <a:pt x="12588" y="7425"/>
                  </a:lnTo>
                  <a:cubicBezTo>
                    <a:pt x="12699" y="7425"/>
                    <a:pt x="12795" y="7329"/>
                    <a:pt x="12795" y="7218"/>
                  </a:cubicBezTo>
                  <a:lnTo>
                    <a:pt x="12795" y="5568"/>
                  </a:lnTo>
                  <a:cubicBezTo>
                    <a:pt x="12795" y="5457"/>
                    <a:pt x="12704" y="5361"/>
                    <a:pt x="12588" y="5361"/>
                  </a:cubicBezTo>
                  <a:lnTo>
                    <a:pt x="12040" y="5361"/>
                  </a:lnTo>
                  <a:cubicBezTo>
                    <a:pt x="11943" y="5361"/>
                    <a:pt x="11862" y="5294"/>
                    <a:pt x="11842" y="5197"/>
                  </a:cubicBezTo>
                  <a:cubicBezTo>
                    <a:pt x="11698" y="4557"/>
                    <a:pt x="11448" y="3946"/>
                    <a:pt x="11092" y="3393"/>
                  </a:cubicBezTo>
                  <a:cubicBezTo>
                    <a:pt x="11039" y="3311"/>
                    <a:pt x="11048" y="3205"/>
                    <a:pt x="11121" y="3133"/>
                  </a:cubicBezTo>
                  <a:lnTo>
                    <a:pt x="11506" y="2748"/>
                  </a:lnTo>
                  <a:cubicBezTo>
                    <a:pt x="11587" y="2666"/>
                    <a:pt x="11587" y="2536"/>
                    <a:pt x="11506" y="2455"/>
                  </a:cubicBezTo>
                  <a:lnTo>
                    <a:pt x="10341" y="1290"/>
                  </a:lnTo>
                  <a:cubicBezTo>
                    <a:pt x="10300" y="1249"/>
                    <a:pt x="10247" y="1229"/>
                    <a:pt x="10194" y="1229"/>
                  </a:cubicBezTo>
                  <a:cubicBezTo>
                    <a:pt x="10141" y="1229"/>
                    <a:pt x="10088" y="1249"/>
                    <a:pt x="10048" y="1290"/>
                  </a:cubicBezTo>
                  <a:lnTo>
                    <a:pt x="9658" y="1675"/>
                  </a:lnTo>
                  <a:cubicBezTo>
                    <a:pt x="9618" y="1715"/>
                    <a:pt x="9565" y="1736"/>
                    <a:pt x="9511" y="1736"/>
                  </a:cubicBezTo>
                  <a:cubicBezTo>
                    <a:pt x="9474" y="1736"/>
                    <a:pt x="9436" y="1726"/>
                    <a:pt x="9403" y="1704"/>
                  </a:cubicBezTo>
                  <a:cubicBezTo>
                    <a:pt x="8849" y="1348"/>
                    <a:pt x="8238" y="1093"/>
                    <a:pt x="7598" y="953"/>
                  </a:cubicBezTo>
                  <a:cubicBezTo>
                    <a:pt x="7502" y="934"/>
                    <a:pt x="7435" y="852"/>
                    <a:pt x="7430" y="751"/>
                  </a:cubicBezTo>
                  <a:lnTo>
                    <a:pt x="7430" y="208"/>
                  </a:lnTo>
                  <a:cubicBezTo>
                    <a:pt x="7430" y="92"/>
                    <a:pt x="7339" y="1"/>
                    <a:pt x="72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2"/>
            <p:cNvSpPr/>
            <p:nvPr/>
          </p:nvSpPr>
          <p:spPr>
            <a:xfrm>
              <a:off x="1356374" y="1565522"/>
              <a:ext cx="247509" cy="238146"/>
            </a:xfrm>
            <a:custGeom>
              <a:avLst/>
              <a:gdLst/>
              <a:ahLst/>
              <a:cxnLst/>
              <a:rect l="l" t="t" r="r" b="b"/>
              <a:pathLst>
                <a:path w="9437" h="9080" extrusionOk="0">
                  <a:moveTo>
                    <a:pt x="4902" y="621"/>
                  </a:moveTo>
                  <a:cubicBezTo>
                    <a:pt x="5406" y="621"/>
                    <a:pt x="5915" y="719"/>
                    <a:pt x="6401" y="919"/>
                  </a:cubicBezTo>
                  <a:cubicBezTo>
                    <a:pt x="7863" y="1526"/>
                    <a:pt x="8821" y="2955"/>
                    <a:pt x="8821" y="4542"/>
                  </a:cubicBezTo>
                  <a:cubicBezTo>
                    <a:pt x="8821" y="6708"/>
                    <a:pt x="7065" y="8459"/>
                    <a:pt x="4899" y="8459"/>
                  </a:cubicBezTo>
                  <a:cubicBezTo>
                    <a:pt x="3311" y="8459"/>
                    <a:pt x="1882" y="7507"/>
                    <a:pt x="1276" y="6039"/>
                  </a:cubicBezTo>
                  <a:cubicBezTo>
                    <a:pt x="670" y="4576"/>
                    <a:pt x="1007" y="2892"/>
                    <a:pt x="2128" y="1771"/>
                  </a:cubicBezTo>
                  <a:cubicBezTo>
                    <a:pt x="2878" y="1020"/>
                    <a:pt x="3881" y="621"/>
                    <a:pt x="4902" y="621"/>
                  </a:cubicBezTo>
                  <a:close/>
                  <a:moveTo>
                    <a:pt x="4899" y="0"/>
                  </a:moveTo>
                  <a:cubicBezTo>
                    <a:pt x="3061" y="0"/>
                    <a:pt x="1406" y="1107"/>
                    <a:pt x="703" y="2805"/>
                  </a:cubicBezTo>
                  <a:cubicBezTo>
                    <a:pt x="1" y="4499"/>
                    <a:pt x="391" y="6453"/>
                    <a:pt x="1690" y="7752"/>
                  </a:cubicBezTo>
                  <a:cubicBezTo>
                    <a:pt x="2555" y="8620"/>
                    <a:pt x="3714" y="9080"/>
                    <a:pt x="4895" y="9080"/>
                  </a:cubicBezTo>
                  <a:cubicBezTo>
                    <a:pt x="5481" y="9080"/>
                    <a:pt x="6073" y="8967"/>
                    <a:pt x="6636" y="8733"/>
                  </a:cubicBezTo>
                  <a:cubicBezTo>
                    <a:pt x="8330" y="8031"/>
                    <a:pt x="9437" y="6376"/>
                    <a:pt x="9437" y="4542"/>
                  </a:cubicBezTo>
                  <a:cubicBezTo>
                    <a:pt x="9437" y="2036"/>
                    <a:pt x="7406" y="0"/>
                    <a:pt x="4899" y="0"/>
                  </a:cubicBezTo>
                  <a:close/>
                </a:path>
              </a:pathLst>
            </a:custGeom>
            <a:solidFill>
              <a:srgbClr val="383838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2"/>
            <p:cNvSpPr/>
            <p:nvPr/>
          </p:nvSpPr>
          <p:spPr>
            <a:xfrm>
              <a:off x="1311970" y="1511887"/>
              <a:ext cx="345810" cy="345547"/>
            </a:xfrm>
            <a:custGeom>
              <a:avLst/>
              <a:gdLst/>
              <a:ahLst/>
              <a:cxnLst/>
              <a:rect l="l" t="t" r="r" b="b"/>
              <a:pathLst>
                <a:path w="13185" h="13175" extrusionOk="0">
                  <a:moveTo>
                    <a:pt x="7420" y="385"/>
                  </a:moveTo>
                  <a:cubicBezTo>
                    <a:pt x="7425" y="385"/>
                    <a:pt x="7430" y="390"/>
                    <a:pt x="7430" y="400"/>
                  </a:cubicBezTo>
                  <a:lnTo>
                    <a:pt x="7430" y="943"/>
                  </a:lnTo>
                  <a:cubicBezTo>
                    <a:pt x="7430" y="1136"/>
                    <a:pt x="7564" y="1295"/>
                    <a:pt x="7747" y="1333"/>
                  </a:cubicBezTo>
                  <a:cubicBezTo>
                    <a:pt x="8368" y="1468"/>
                    <a:pt x="8960" y="1713"/>
                    <a:pt x="9494" y="2055"/>
                  </a:cubicBezTo>
                  <a:cubicBezTo>
                    <a:pt x="9559" y="2100"/>
                    <a:pt x="9635" y="2121"/>
                    <a:pt x="9710" y="2121"/>
                  </a:cubicBezTo>
                  <a:cubicBezTo>
                    <a:pt x="9813" y="2121"/>
                    <a:pt x="9915" y="2082"/>
                    <a:pt x="9989" y="2007"/>
                  </a:cubicBezTo>
                  <a:lnTo>
                    <a:pt x="10379" y="1617"/>
                  </a:lnTo>
                  <a:cubicBezTo>
                    <a:pt x="10382" y="1615"/>
                    <a:pt x="10385" y="1613"/>
                    <a:pt x="10389" y="1613"/>
                  </a:cubicBezTo>
                  <a:cubicBezTo>
                    <a:pt x="10392" y="1613"/>
                    <a:pt x="10396" y="1615"/>
                    <a:pt x="10398" y="1617"/>
                  </a:cubicBezTo>
                  <a:lnTo>
                    <a:pt x="11563" y="2786"/>
                  </a:lnTo>
                  <a:cubicBezTo>
                    <a:pt x="11568" y="2791"/>
                    <a:pt x="11568" y="2796"/>
                    <a:pt x="11563" y="2805"/>
                  </a:cubicBezTo>
                  <a:lnTo>
                    <a:pt x="11178" y="3190"/>
                  </a:lnTo>
                  <a:cubicBezTo>
                    <a:pt x="11043" y="3325"/>
                    <a:pt x="11019" y="3532"/>
                    <a:pt x="11125" y="3691"/>
                  </a:cubicBezTo>
                  <a:cubicBezTo>
                    <a:pt x="11467" y="4225"/>
                    <a:pt x="11712" y="4812"/>
                    <a:pt x="11847" y="5433"/>
                  </a:cubicBezTo>
                  <a:cubicBezTo>
                    <a:pt x="11885" y="5620"/>
                    <a:pt x="12049" y="5750"/>
                    <a:pt x="12236" y="5750"/>
                  </a:cubicBezTo>
                  <a:lnTo>
                    <a:pt x="12785" y="5750"/>
                  </a:lnTo>
                  <a:cubicBezTo>
                    <a:pt x="12790" y="5750"/>
                    <a:pt x="12799" y="5755"/>
                    <a:pt x="12799" y="5765"/>
                  </a:cubicBezTo>
                  <a:lnTo>
                    <a:pt x="12799" y="7415"/>
                  </a:lnTo>
                  <a:lnTo>
                    <a:pt x="12795" y="7410"/>
                  </a:lnTo>
                  <a:cubicBezTo>
                    <a:pt x="12795" y="7420"/>
                    <a:pt x="12790" y="7425"/>
                    <a:pt x="12780" y="7425"/>
                  </a:cubicBezTo>
                  <a:lnTo>
                    <a:pt x="12232" y="7425"/>
                  </a:lnTo>
                  <a:cubicBezTo>
                    <a:pt x="12044" y="7425"/>
                    <a:pt x="11880" y="7555"/>
                    <a:pt x="11842" y="7742"/>
                  </a:cubicBezTo>
                  <a:cubicBezTo>
                    <a:pt x="11707" y="8358"/>
                    <a:pt x="11467" y="8950"/>
                    <a:pt x="11120" y="9484"/>
                  </a:cubicBezTo>
                  <a:cubicBezTo>
                    <a:pt x="11019" y="9643"/>
                    <a:pt x="11038" y="9850"/>
                    <a:pt x="11173" y="9985"/>
                  </a:cubicBezTo>
                  <a:lnTo>
                    <a:pt x="11563" y="10370"/>
                  </a:lnTo>
                  <a:cubicBezTo>
                    <a:pt x="11568" y="10374"/>
                    <a:pt x="11568" y="10384"/>
                    <a:pt x="11563" y="10389"/>
                  </a:cubicBezTo>
                  <a:lnTo>
                    <a:pt x="10398" y="11558"/>
                  </a:lnTo>
                  <a:cubicBezTo>
                    <a:pt x="10394" y="11560"/>
                    <a:pt x="10390" y="11562"/>
                    <a:pt x="10387" y="11562"/>
                  </a:cubicBezTo>
                  <a:cubicBezTo>
                    <a:pt x="10384" y="11562"/>
                    <a:pt x="10382" y="11560"/>
                    <a:pt x="10379" y="11558"/>
                  </a:cubicBezTo>
                  <a:lnTo>
                    <a:pt x="9989" y="11168"/>
                  </a:lnTo>
                  <a:cubicBezTo>
                    <a:pt x="9912" y="11091"/>
                    <a:pt x="9810" y="11051"/>
                    <a:pt x="9707" y="11051"/>
                  </a:cubicBezTo>
                  <a:cubicBezTo>
                    <a:pt x="9632" y="11051"/>
                    <a:pt x="9556" y="11073"/>
                    <a:pt x="9489" y="11115"/>
                  </a:cubicBezTo>
                  <a:cubicBezTo>
                    <a:pt x="8955" y="11457"/>
                    <a:pt x="8368" y="11702"/>
                    <a:pt x="7747" y="11837"/>
                  </a:cubicBezTo>
                  <a:cubicBezTo>
                    <a:pt x="7564" y="11876"/>
                    <a:pt x="7430" y="12039"/>
                    <a:pt x="7430" y="12227"/>
                  </a:cubicBezTo>
                  <a:lnTo>
                    <a:pt x="7430" y="12775"/>
                  </a:lnTo>
                  <a:cubicBezTo>
                    <a:pt x="7430" y="12785"/>
                    <a:pt x="7425" y="12790"/>
                    <a:pt x="7415" y="12790"/>
                  </a:cubicBezTo>
                  <a:lnTo>
                    <a:pt x="5765" y="12790"/>
                  </a:lnTo>
                  <a:cubicBezTo>
                    <a:pt x="5755" y="12790"/>
                    <a:pt x="5750" y="12785"/>
                    <a:pt x="5750" y="12775"/>
                  </a:cubicBezTo>
                  <a:lnTo>
                    <a:pt x="5750" y="12227"/>
                  </a:lnTo>
                  <a:cubicBezTo>
                    <a:pt x="5750" y="12039"/>
                    <a:pt x="5620" y="11876"/>
                    <a:pt x="5437" y="11837"/>
                  </a:cubicBezTo>
                  <a:cubicBezTo>
                    <a:pt x="4817" y="11702"/>
                    <a:pt x="4225" y="11457"/>
                    <a:pt x="3691" y="11115"/>
                  </a:cubicBezTo>
                  <a:cubicBezTo>
                    <a:pt x="3628" y="11072"/>
                    <a:pt x="3551" y="11053"/>
                    <a:pt x="3474" y="11053"/>
                  </a:cubicBezTo>
                  <a:cubicBezTo>
                    <a:pt x="3368" y="11053"/>
                    <a:pt x="3267" y="11091"/>
                    <a:pt x="3190" y="11168"/>
                  </a:cubicBezTo>
                  <a:lnTo>
                    <a:pt x="2805" y="11558"/>
                  </a:lnTo>
                  <a:cubicBezTo>
                    <a:pt x="2803" y="11560"/>
                    <a:pt x="2799" y="11562"/>
                    <a:pt x="2796" y="11562"/>
                  </a:cubicBezTo>
                  <a:cubicBezTo>
                    <a:pt x="2792" y="11562"/>
                    <a:pt x="2789" y="11560"/>
                    <a:pt x="2786" y="11558"/>
                  </a:cubicBezTo>
                  <a:lnTo>
                    <a:pt x="1617" y="10389"/>
                  </a:lnTo>
                  <a:cubicBezTo>
                    <a:pt x="1612" y="10384"/>
                    <a:pt x="1612" y="10374"/>
                    <a:pt x="1617" y="10370"/>
                  </a:cubicBezTo>
                  <a:lnTo>
                    <a:pt x="2007" y="9985"/>
                  </a:lnTo>
                  <a:cubicBezTo>
                    <a:pt x="2141" y="9850"/>
                    <a:pt x="2161" y="9643"/>
                    <a:pt x="2060" y="9484"/>
                  </a:cubicBezTo>
                  <a:cubicBezTo>
                    <a:pt x="1718" y="8950"/>
                    <a:pt x="1473" y="8358"/>
                    <a:pt x="1338" y="7737"/>
                  </a:cubicBezTo>
                  <a:cubicBezTo>
                    <a:pt x="1299" y="7555"/>
                    <a:pt x="1136" y="7425"/>
                    <a:pt x="948" y="7425"/>
                  </a:cubicBezTo>
                  <a:lnTo>
                    <a:pt x="400" y="7425"/>
                  </a:lnTo>
                  <a:cubicBezTo>
                    <a:pt x="390" y="7425"/>
                    <a:pt x="385" y="7420"/>
                    <a:pt x="385" y="7410"/>
                  </a:cubicBezTo>
                  <a:lnTo>
                    <a:pt x="385" y="5760"/>
                  </a:lnTo>
                  <a:cubicBezTo>
                    <a:pt x="385" y="5750"/>
                    <a:pt x="390" y="5745"/>
                    <a:pt x="400" y="5745"/>
                  </a:cubicBezTo>
                  <a:lnTo>
                    <a:pt x="948" y="5745"/>
                  </a:lnTo>
                  <a:cubicBezTo>
                    <a:pt x="1136" y="5745"/>
                    <a:pt x="1299" y="5616"/>
                    <a:pt x="1338" y="5433"/>
                  </a:cubicBezTo>
                  <a:cubicBezTo>
                    <a:pt x="1473" y="4812"/>
                    <a:pt x="1718" y="4220"/>
                    <a:pt x="2060" y="3686"/>
                  </a:cubicBezTo>
                  <a:cubicBezTo>
                    <a:pt x="2161" y="3527"/>
                    <a:pt x="2141" y="3320"/>
                    <a:pt x="2007" y="3190"/>
                  </a:cubicBezTo>
                  <a:lnTo>
                    <a:pt x="1622" y="2805"/>
                  </a:lnTo>
                  <a:cubicBezTo>
                    <a:pt x="1617" y="2796"/>
                    <a:pt x="1617" y="2791"/>
                    <a:pt x="1622" y="2786"/>
                  </a:cubicBezTo>
                  <a:lnTo>
                    <a:pt x="2791" y="1617"/>
                  </a:lnTo>
                  <a:cubicBezTo>
                    <a:pt x="2793" y="1615"/>
                    <a:pt x="2796" y="1613"/>
                    <a:pt x="2798" y="1613"/>
                  </a:cubicBezTo>
                  <a:cubicBezTo>
                    <a:pt x="2801" y="1613"/>
                    <a:pt x="2803" y="1615"/>
                    <a:pt x="2805" y="1617"/>
                  </a:cubicBezTo>
                  <a:lnTo>
                    <a:pt x="3195" y="2007"/>
                  </a:lnTo>
                  <a:cubicBezTo>
                    <a:pt x="3273" y="2082"/>
                    <a:pt x="3374" y="2121"/>
                    <a:pt x="3477" y="2121"/>
                  </a:cubicBezTo>
                  <a:cubicBezTo>
                    <a:pt x="3552" y="2121"/>
                    <a:pt x="3628" y="2100"/>
                    <a:pt x="3696" y="2055"/>
                  </a:cubicBezTo>
                  <a:cubicBezTo>
                    <a:pt x="4230" y="1713"/>
                    <a:pt x="4817" y="1468"/>
                    <a:pt x="5437" y="1333"/>
                  </a:cubicBezTo>
                  <a:cubicBezTo>
                    <a:pt x="5620" y="1295"/>
                    <a:pt x="5755" y="1136"/>
                    <a:pt x="5755" y="948"/>
                  </a:cubicBezTo>
                  <a:lnTo>
                    <a:pt x="5755" y="400"/>
                  </a:lnTo>
                  <a:cubicBezTo>
                    <a:pt x="5755" y="390"/>
                    <a:pt x="5760" y="385"/>
                    <a:pt x="5769" y="385"/>
                  </a:cubicBezTo>
                  <a:close/>
                  <a:moveTo>
                    <a:pt x="5765" y="0"/>
                  </a:moveTo>
                  <a:cubicBezTo>
                    <a:pt x="5543" y="0"/>
                    <a:pt x="5365" y="178"/>
                    <a:pt x="5365" y="400"/>
                  </a:cubicBezTo>
                  <a:lnTo>
                    <a:pt x="5365" y="943"/>
                  </a:lnTo>
                  <a:cubicBezTo>
                    <a:pt x="5365" y="953"/>
                    <a:pt x="5360" y="958"/>
                    <a:pt x="5356" y="958"/>
                  </a:cubicBezTo>
                  <a:cubicBezTo>
                    <a:pt x="4692" y="1102"/>
                    <a:pt x="4056" y="1367"/>
                    <a:pt x="3484" y="1732"/>
                  </a:cubicBezTo>
                  <a:cubicBezTo>
                    <a:pt x="3481" y="1735"/>
                    <a:pt x="3479" y="1736"/>
                    <a:pt x="3477" y="1736"/>
                  </a:cubicBezTo>
                  <a:cubicBezTo>
                    <a:pt x="3474" y="1736"/>
                    <a:pt x="3472" y="1735"/>
                    <a:pt x="3469" y="1732"/>
                  </a:cubicBezTo>
                  <a:lnTo>
                    <a:pt x="3080" y="1343"/>
                  </a:lnTo>
                  <a:cubicBezTo>
                    <a:pt x="3003" y="1266"/>
                    <a:pt x="2900" y="1227"/>
                    <a:pt x="2798" y="1227"/>
                  </a:cubicBezTo>
                  <a:cubicBezTo>
                    <a:pt x="2696" y="1227"/>
                    <a:pt x="2594" y="1266"/>
                    <a:pt x="2517" y="1343"/>
                  </a:cubicBezTo>
                  <a:lnTo>
                    <a:pt x="1347" y="2512"/>
                  </a:lnTo>
                  <a:cubicBezTo>
                    <a:pt x="1193" y="2666"/>
                    <a:pt x="1193" y="2916"/>
                    <a:pt x="1347" y="3075"/>
                  </a:cubicBezTo>
                  <a:lnTo>
                    <a:pt x="1737" y="3465"/>
                  </a:lnTo>
                  <a:cubicBezTo>
                    <a:pt x="1737" y="3469"/>
                    <a:pt x="1737" y="3479"/>
                    <a:pt x="1737" y="3484"/>
                  </a:cubicBezTo>
                  <a:cubicBezTo>
                    <a:pt x="1367" y="4057"/>
                    <a:pt x="1107" y="4687"/>
                    <a:pt x="963" y="5351"/>
                  </a:cubicBezTo>
                  <a:cubicBezTo>
                    <a:pt x="963" y="5356"/>
                    <a:pt x="958" y="5365"/>
                    <a:pt x="948" y="5365"/>
                  </a:cubicBezTo>
                  <a:lnTo>
                    <a:pt x="400" y="5365"/>
                  </a:lnTo>
                  <a:cubicBezTo>
                    <a:pt x="178" y="5365"/>
                    <a:pt x="0" y="5543"/>
                    <a:pt x="0" y="5765"/>
                  </a:cubicBezTo>
                  <a:lnTo>
                    <a:pt x="0" y="7415"/>
                  </a:lnTo>
                  <a:cubicBezTo>
                    <a:pt x="0" y="7636"/>
                    <a:pt x="178" y="7814"/>
                    <a:pt x="400" y="7814"/>
                  </a:cubicBezTo>
                  <a:lnTo>
                    <a:pt x="948" y="7814"/>
                  </a:lnTo>
                  <a:cubicBezTo>
                    <a:pt x="958" y="7814"/>
                    <a:pt x="958" y="7819"/>
                    <a:pt x="963" y="7824"/>
                  </a:cubicBezTo>
                  <a:cubicBezTo>
                    <a:pt x="1107" y="8488"/>
                    <a:pt x="1367" y="9118"/>
                    <a:pt x="1737" y="9691"/>
                  </a:cubicBezTo>
                  <a:cubicBezTo>
                    <a:pt x="1737" y="9696"/>
                    <a:pt x="1737" y="9705"/>
                    <a:pt x="1737" y="9710"/>
                  </a:cubicBezTo>
                  <a:lnTo>
                    <a:pt x="1347" y="10095"/>
                  </a:lnTo>
                  <a:cubicBezTo>
                    <a:pt x="1193" y="10254"/>
                    <a:pt x="1193" y="10504"/>
                    <a:pt x="1347" y="10663"/>
                  </a:cubicBezTo>
                  <a:lnTo>
                    <a:pt x="2517" y="11827"/>
                  </a:lnTo>
                  <a:cubicBezTo>
                    <a:pt x="2594" y="11907"/>
                    <a:pt x="2696" y="11947"/>
                    <a:pt x="2798" y="11947"/>
                  </a:cubicBezTo>
                  <a:cubicBezTo>
                    <a:pt x="2900" y="11947"/>
                    <a:pt x="3003" y="11907"/>
                    <a:pt x="3080" y="11827"/>
                  </a:cubicBezTo>
                  <a:lnTo>
                    <a:pt x="3469" y="11443"/>
                  </a:lnTo>
                  <a:cubicBezTo>
                    <a:pt x="3472" y="11440"/>
                    <a:pt x="3475" y="11439"/>
                    <a:pt x="3479" y="11439"/>
                  </a:cubicBezTo>
                  <a:cubicBezTo>
                    <a:pt x="3483" y="11439"/>
                    <a:pt x="3486" y="11440"/>
                    <a:pt x="3489" y="11443"/>
                  </a:cubicBezTo>
                  <a:cubicBezTo>
                    <a:pt x="4061" y="11808"/>
                    <a:pt x="4692" y="12068"/>
                    <a:pt x="5356" y="12217"/>
                  </a:cubicBezTo>
                  <a:cubicBezTo>
                    <a:pt x="5360" y="12217"/>
                    <a:pt x="5370" y="12222"/>
                    <a:pt x="5370" y="12227"/>
                  </a:cubicBezTo>
                  <a:lnTo>
                    <a:pt x="5370" y="12775"/>
                  </a:lnTo>
                  <a:cubicBezTo>
                    <a:pt x="5370" y="12997"/>
                    <a:pt x="5548" y="13175"/>
                    <a:pt x="5769" y="13175"/>
                  </a:cubicBezTo>
                  <a:lnTo>
                    <a:pt x="7420" y="13175"/>
                  </a:lnTo>
                  <a:cubicBezTo>
                    <a:pt x="7641" y="13175"/>
                    <a:pt x="7819" y="12997"/>
                    <a:pt x="7819" y="12775"/>
                  </a:cubicBezTo>
                  <a:lnTo>
                    <a:pt x="7819" y="12227"/>
                  </a:lnTo>
                  <a:cubicBezTo>
                    <a:pt x="7819" y="12222"/>
                    <a:pt x="7824" y="12217"/>
                    <a:pt x="7829" y="12217"/>
                  </a:cubicBezTo>
                  <a:cubicBezTo>
                    <a:pt x="8493" y="12068"/>
                    <a:pt x="9128" y="11808"/>
                    <a:pt x="9701" y="11443"/>
                  </a:cubicBezTo>
                  <a:cubicBezTo>
                    <a:pt x="9703" y="11440"/>
                    <a:pt x="9705" y="11439"/>
                    <a:pt x="9708" y="11439"/>
                  </a:cubicBezTo>
                  <a:cubicBezTo>
                    <a:pt x="9710" y="11439"/>
                    <a:pt x="9713" y="11440"/>
                    <a:pt x="9715" y="11443"/>
                  </a:cubicBezTo>
                  <a:lnTo>
                    <a:pt x="10105" y="11827"/>
                  </a:lnTo>
                  <a:cubicBezTo>
                    <a:pt x="10182" y="11907"/>
                    <a:pt x="10284" y="11947"/>
                    <a:pt x="10386" y="11947"/>
                  </a:cubicBezTo>
                  <a:cubicBezTo>
                    <a:pt x="10489" y="11947"/>
                    <a:pt x="10591" y="11907"/>
                    <a:pt x="10668" y="11827"/>
                  </a:cubicBezTo>
                  <a:lnTo>
                    <a:pt x="11837" y="10663"/>
                  </a:lnTo>
                  <a:cubicBezTo>
                    <a:pt x="11991" y="10504"/>
                    <a:pt x="11991" y="10254"/>
                    <a:pt x="11837" y="10095"/>
                  </a:cubicBezTo>
                  <a:lnTo>
                    <a:pt x="11447" y="9710"/>
                  </a:lnTo>
                  <a:cubicBezTo>
                    <a:pt x="11447" y="9705"/>
                    <a:pt x="11447" y="9696"/>
                    <a:pt x="11447" y="9691"/>
                  </a:cubicBezTo>
                  <a:cubicBezTo>
                    <a:pt x="11818" y="9118"/>
                    <a:pt x="12078" y="8488"/>
                    <a:pt x="12222" y="7824"/>
                  </a:cubicBezTo>
                  <a:cubicBezTo>
                    <a:pt x="12222" y="7814"/>
                    <a:pt x="12227" y="7810"/>
                    <a:pt x="12236" y="7810"/>
                  </a:cubicBezTo>
                  <a:lnTo>
                    <a:pt x="12785" y="7810"/>
                  </a:lnTo>
                  <a:cubicBezTo>
                    <a:pt x="13006" y="7810"/>
                    <a:pt x="13184" y="7632"/>
                    <a:pt x="13184" y="7410"/>
                  </a:cubicBezTo>
                  <a:lnTo>
                    <a:pt x="13184" y="5760"/>
                  </a:lnTo>
                  <a:cubicBezTo>
                    <a:pt x="13184" y="5539"/>
                    <a:pt x="13002" y="5360"/>
                    <a:pt x="12780" y="5360"/>
                  </a:cubicBezTo>
                  <a:lnTo>
                    <a:pt x="12232" y="5360"/>
                  </a:lnTo>
                  <a:cubicBezTo>
                    <a:pt x="12227" y="5360"/>
                    <a:pt x="12222" y="5356"/>
                    <a:pt x="12222" y="5351"/>
                  </a:cubicBezTo>
                  <a:cubicBezTo>
                    <a:pt x="12078" y="4682"/>
                    <a:pt x="11813" y="4052"/>
                    <a:pt x="11447" y="3479"/>
                  </a:cubicBezTo>
                  <a:cubicBezTo>
                    <a:pt x="11443" y="3474"/>
                    <a:pt x="11443" y="3465"/>
                    <a:pt x="11447" y="3460"/>
                  </a:cubicBezTo>
                  <a:lnTo>
                    <a:pt x="11837" y="3075"/>
                  </a:lnTo>
                  <a:cubicBezTo>
                    <a:pt x="11991" y="2916"/>
                    <a:pt x="11991" y="2666"/>
                    <a:pt x="11837" y="2507"/>
                  </a:cubicBezTo>
                  <a:lnTo>
                    <a:pt x="10668" y="1343"/>
                  </a:lnTo>
                  <a:cubicBezTo>
                    <a:pt x="10588" y="1266"/>
                    <a:pt x="10486" y="1227"/>
                    <a:pt x="10385" y="1227"/>
                  </a:cubicBezTo>
                  <a:cubicBezTo>
                    <a:pt x="10283" y="1227"/>
                    <a:pt x="10182" y="1266"/>
                    <a:pt x="10105" y="1343"/>
                  </a:cubicBezTo>
                  <a:lnTo>
                    <a:pt x="9715" y="1732"/>
                  </a:lnTo>
                  <a:lnTo>
                    <a:pt x="9696" y="1732"/>
                  </a:lnTo>
                  <a:cubicBezTo>
                    <a:pt x="9123" y="1362"/>
                    <a:pt x="8493" y="1102"/>
                    <a:pt x="7829" y="958"/>
                  </a:cubicBezTo>
                  <a:cubicBezTo>
                    <a:pt x="7824" y="958"/>
                    <a:pt x="7814" y="953"/>
                    <a:pt x="7814" y="943"/>
                  </a:cubicBezTo>
                  <a:lnTo>
                    <a:pt x="7814" y="400"/>
                  </a:lnTo>
                  <a:cubicBezTo>
                    <a:pt x="7814" y="178"/>
                    <a:pt x="7636" y="0"/>
                    <a:pt x="74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2"/>
            <p:cNvSpPr/>
            <p:nvPr/>
          </p:nvSpPr>
          <p:spPr>
            <a:xfrm>
              <a:off x="1366235" y="1576721"/>
              <a:ext cx="191094" cy="178006"/>
            </a:xfrm>
            <a:custGeom>
              <a:avLst/>
              <a:gdLst/>
              <a:ahLst/>
              <a:cxnLst/>
              <a:rect l="l" t="t" r="r" b="b"/>
              <a:pathLst>
                <a:path w="7286" h="6787" extrusionOk="0">
                  <a:moveTo>
                    <a:pt x="4521" y="1"/>
                  </a:moveTo>
                  <a:cubicBezTo>
                    <a:pt x="3463" y="1"/>
                    <a:pt x="2410" y="406"/>
                    <a:pt x="1612" y="1204"/>
                  </a:cubicBezTo>
                  <a:cubicBezTo>
                    <a:pt x="125" y="2691"/>
                    <a:pt x="0" y="5063"/>
                    <a:pt x="1323" y="6699"/>
                  </a:cubicBezTo>
                  <a:cubicBezTo>
                    <a:pt x="1365" y="6761"/>
                    <a:pt x="1420" y="6786"/>
                    <a:pt x="1475" y="6786"/>
                  </a:cubicBezTo>
                  <a:cubicBezTo>
                    <a:pt x="1620" y="6786"/>
                    <a:pt x="1758" y="6606"/>
                    <a:pt x="1622" y="6459"/>
                  </a:cubicBezTo>
                  <a:cubicBezTo>
                    <a:pt x="1044" y="5747"/>
                    <a:pt x="751" y="4847"/>
                    <a:pt x="799" y="3928"/>
                  </a:cubicBezTo>
                  <a:cubicBezTo>
                    <a:pt x="871" y="2528"/>
                    <a:pt x="1718" y="1286"/>
                    <a:pt x="2998" y="714"/>
                  </a:cubicBezTo>
                  <a:cubicBezTo>
                    <a:pt x="3488" y="495"/>
                    <a:pt x="4008" y="388"/>
                    <a:pt x="4525" y="388"/>
                  </a:cubicBezTo>
                  <a:cubicBezTo>
                    <a:pt x="5363" y="388"/>
                    <a:pt x="6191" y="669"/>
                    <a:pt x="6867" y="1214"/>
                  </a:cubicBezTo>
                  <a:cubicBezTo>
                    <a:pt x="6909" y="1253"/>
                    <a:pt x="6954" y="1270"/>
                    <a:pt x="6997" y="1270"/>
                  </a:cubicBezTo>
                  <a:cubicBezTo>
                    <a:pt x="7158" y="1270"/>
                    <a:pt x="7286" y="1037"/>
                    <a:pt x="7107" y="916"/>
                  </a:cubicBezTo>
                  <a:cubicBezTo>
                    <a:pt x="6349" y="303"/>
                    <a:pt x="5434" y="1"/>
                    <a:pt x="45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2"/>
            <p:cNvSpPr/>
            <p:nvPr/>
          </p:nvSpPr>
          <p:spPr>
            <a:xfrm>
              <a:off x="1413287" y="1609191"/>
              <a:ext cx="186687" cy="183383"/>
            </a:xfrm>
            <a:custGeom>
              <a:avLst/>
              <a:gdLst/>
              <a:ahLst/>
              <a:cxnLst/>
              <a:rect l="l" t="t" r="r" b="b"/>
              <a:pathLst>
                <a:path w="7118" h="6992" extrusionOk="0">
                  <a:moveTo>
                    <a:pt x="3980" y="385"/>
                  </a:moveTo>
                  <a:lnTo>
                    <a:pt x="3980" y="1189"/>
                  </a:lnTo>
                  <a:cubicBezTo>
                    <a:pt x="3980" y="1318"/>
                    <a:pt x="3951" y="1448"/>
                    <a:pt x="3894" y="1564"/>
                  </a:cubicBezTo>
                  <a:lnTo>
                    <a:pt x="3797" y="1756"/>
                  </a:lnTo>
                  <a:cubicBezTo>
                    <a:pt x="3783" y="1785"/>
                    <a:pt x="3773" y="1814"/>
                    <a:pt x="3773" y="1843"/>
                  </a:cubicBezTo>
                  <a:lnTo>
                    <a:pt x="3773" y="2257"/>
                  </a:lnTo>
                  <a:cubicBezTo>
                    <a:pt x="3778" y="2840"/>
                    <a:pt x="3302" y="3306"/>
                    <a:pt x="2722" y="3306"/>
                  </a:cubicBezTo>
                  <a:cubicBezTo>
                    <a:pt x="2713" y="3306"/>
                    <a:pt x="2704" y="3306"/>
                    <a:pt x="2696" y="3306"/>
                  </a:cubicBezTo>
                  <a:cubicBezTo>
                    <a:pt x="2137" y="3286"/>
                    <a:pt x="1685" y="2791"/>
                    <a:pt x="1685" y="2204"/>
                  </a:cubicBezTo>
                  <a:lnTo>
                    <a:pt x="1685" y="1843"/>
                  </a:lnTo>
                  <a:cubicBezTo>
                    <a:pt x="1685" y="1814"/>
                    <a:pt x="1680" y="1785"/>
                    <a:pt x="1666" y="1756"/>
                  </a:cubicBezTo>
                  <a:lnTo>
                    <a:pt x="1546" y="1516"/>
                  </a:lnTo>
                  <a:cubicBezTo>
                    <a:pt x="1502" y="1429"/>
                    <a:pt x="1478" y="1333"/>
                    <a:pt x="1478" y="1232"/>
                  </a:cubicBezTo>
                  <a:lnTo>
                    <a:pt x="1478" y="1222"/>
                  </a:lnTo>
                  <a:cubicBezTo>
                    <a:pt x="1478" y="760"/>
                    <a:pt x="1854" y="385"/>
                    <a:pt x="2315" y="385"/>
                  </a:cubicBezTo>
                  <a:close/>
                  <a:moveTo>
                    <a:pt x="2301" y="3618"/>
                  </a:moveTo>
                  <a:cubicBezTo>
                    <a:pt x="2426" y="3657"/>
                    <a:pt x="2551" y="3681"/>
                    <a:pt x="2686" y="3686"/>
                  </a:cubicBezTo>
                  <a:lnTo>
                    <a:pt x="2729" y="3686"/>
                  </a:lnTo>
                  <a:cubicBezTo>
                    <a:pt x="2874" y="3686"/>
                    <a:pt x="3018" y="3667"/>
                    <a:pt x="3153" y="3623"/>
                  </a:cubicBezTo>
                  <a:cubicBezTo>
                    <a:pt x="3158" y="3681"/>
                    <a:pt x="3167" y="3739"/>
                    <a:pt x="3186" y="3792"/>
                  </a:cubicBezTo>
                  <a:lnTo>
                    <a:pt x="3028" y="3951"/>
                  </a:lnTo>
                  <a:cubicBezTo>
                    <a:pt x="2946" y="4032"/>
                    <a:pt x="2838" y="4073"/>
                    <a:pt x="2729" y="4073"/>
                  </a:cubicBezTo>
                  <a:cubicBezTo>
                    <a:pt x="2620" y="4073"/>
                    <a:pt x="2510" y="4032"/>
                    <a:pt x="2426" y="3951"/>
                  </a:cubicBezTo>
                  <a:lnTo>
                    <a:pt x="2267" y="3792"/>
                  </a:lnTo>
                  <a:cubicBezTo>
                    <a:pt x="2287" y="3734"/>
                    <a:pt x="2301" y="3676"/>
                    <a:pt x="2301" y="3618"/>
                  </a:cubicBezTo>
                  <a:close/>
                  <a:moveTo>
                    <a:pt x="3427" y="4100"/>
                  </a:moveTo>
                  <a:cubicBezTo>
                    <a:pt x="3475" y="4133"/>
                    <a:pt x="3533" y="4162"/>
                    <a:pt x="3591" y="4177"/>
                  </a:cubicBezTo>
                  <a:lnTo>
                    <a:pt x="4288" y="4379"/>
                  </a:lnTo>
                  <a:cubicBezTo>
                    <a:pt x="4471" y="4432"/>
                    <a:pt x="4596" y="4595"/>
                    <a:pt x="4596" y="4788"/>
                  </a:cubicBezTo>
                  <a:lnTo>
                    <a:pt x="4596" y="6101"/>
                  </a:lnTo>
                  <a:cubicBezTo>
                    <a:pt x="4457" y="6183"/>
                    <a:pt x="4312" y="6255"/>
                    <a:pt x="4158" y="6318"/>
                  </a:cubicBezTo>
                  <a:lnTo>
                    <a:pt x="4158" y="5144"/>
                  </a:lnTo>
                  <a:cubicBezTo>
                    <a:pt x="4158" y="5016"/>
                    <a:pt x="4062" y="4953"/>
                    <a:pt x="3966" y="4953"/>
                  </a:cubicBezTo>
                  <a:cubicBezTo>
                    <a:pt x="3870" y="4953"/>
                    <a:pt x="3773" y="5016"/>
                    <a:pt x="3773" y="5144"/>
                  </a:cubicBezTo>
                  <a:lnTo>
                    <a:pt x="3773" y="6453"/>
                  </a:lnTo>
                  <a:cubicBezTo>
                    <a:pt x="3494" y="6534"/>
                    <a:pt x="3206" y="6583"/>
                    <a:pt x="2912" y="6597"/>
                  </a:cubicBezTo>
                  <a:cubicBezTo>
                    <a:pt x="2850" y="6602"/>
                    <a:pt x="2787" y="6602"/>
                    <a:pt x="2729" y="6602"/>
                  </a:cubicBezTo>
                  <a:cubicBezTo>
                    <a:pt x="2373" y="6602"/>
                    <a:pt x="2022" y="6554"/>
                    <a:pt x="1685" y="6453"/>
                  </a:cubicBezTo>
                  <a:lnTo>
                    <a:pt x="1685" y="5144"/>
                  </a:lnTo>
                  <a:cubicBezTo>
                    <a:pt x="1685" y="5016"/>
                    <a:pt x="1588" y="4953"/>
                    <a:pt x="1490" y="4953"/>
                  </a:cubicBezTo>
                  <a:cubicBezTo>
                    <a:pt x="1393" y="4953"/>
                    <a:pt x="1295" y="5016"/>
                    <a:pt x="1295" y="5144"/>
                  </a:cubicBezTo>
                  <a:lnTo>
                    <a:pt x="1295" y="6318"/>
                  </a:lnTo>
                  <a:cubicBezTo>
                    <a:pt x="1146" y="6255"/>
                    <a:pt x="997" y="6183"/>
                    <a:pt x="857" y="6101"/>
                  </a:cubicBezTo>
                  <a:lnTo>
                    <a:pt x="857" y="4788"/>
                  </a:lnTo>
                  <a:cubicBezTo>
                    <a:pt x="857" y="4595"/>
                    <a:pt x="983" y="4432"/>
                    <a:pt x="1165" y="4379"/>
                  </a:cubicBezTo>
                  <a:lnTo>
                    <a:pt x="1863" y="4177"/>
                  </a:lnTo>
                  <a:cubicBezTo>
                    <a:pt x="1921" y="4162"/>
                    <a:pt x="1979" y="4133"/>
                    <a:pt x="2032" y="4100"/>
                  </a:cubicBezTo>
                  <a:lnTo>
                    <a:pt x="2152" y="4225"/>
                  </a:lnTo>
                  <a:cubicBezTo>
                    <a:pt x="2311" y="4384"/>
                    <a:pt x="2519" y="4463"/>
                    <a:pt x="2727" y="4463"/>
                  </a:cubicBezTo>
                  <a:cubicBezTo>
                    <a:pt x="2935" y="4463"/>
                    <a:pt x="3143" y="4384"/>
                    <a:pt x="3302" y="4225"/>
                  </a:cubicBezTo>
                  <a:lnTo>
                    <a:pt x="3427" y="4100"/>
                  </a:lnTo>
                  <a:close/>
                  <a:moveTo>
                    <a:pt x="2315" y="0"/>
                  </a:moveTo>
                  <a:cubicBezTo>
                    <a:pt x="1642" y="0"/>
                    <a:pt x="1093" y="549"/>
                    <a:pt x="1093" y="1222"/>
                  </a:cubicBezTo>
                  <a:lnTo>
                    <a:pt x="1093" y="1237"/>
                  </a:lnTo>
                  <a:cubicBezTo>
                    <a:pt x="1093" y="1395"/>
                    <a:pt x="1127" y="1549"/>
                    <a:pt x="1199" y="1689"/>
                  </a:cubicBezTo>
                  <a:lnTo>
                    <a:pt x="1295" y="1891"/>
                  </a:lnTo>
                  <a:lnTo>
                    <a:pt x="1295" y="2204"/>
                  </a:lnTo>
                  <a:cubicBezTo>
                    <a:pt x="1295" y="2685"/>
                    <a:pt x="1526" y="3142"/>
                    <a:pt x="1916" y="3426"/>
                  </a:cubicBezTo>
                  <a:lnTo>
                    <a:pt x="1916" y="3599"/>
                  </a:lnTo>
                  <a:cubicBezTo>
                    <a:pt x="1916" y="3695"/>
                    <a:pt x="1849" y="3782"/>
                    <a:pt x="1757" y="3806"/>
                  </a:cubicBezTo>
                  <a:lnTo>
                    <a:pt x="1060" y="4008"/>
                  </a:lnTo>
                  <a:cubicBezTo>
                    <a:pt x="713" y="4104"/>
                    <a:pt x="473" y="4427"/>
                    <a:pt x="473" y="4788"/>
                  </a:cubicBezTo>
                  <a:lnTo>
                    <a:pt x="473" y="5842"/>
                  </a:lnTo>
                  <a:cubicBezTo>
                    <a:pt x="444" y="5822"/>
                    <a:pt x="410" y="5798"/>
                    <a:pt x="386" y="5774"/>
                  </a:cubicBezTo>
                  <a:cubicBezTo>
                    <a:pt x="348" y="5749"/>
                    <a:pt x="310" y="5738"/>
                    <a:pt x="274" y="5738"/>
                  </a:cubicBezTo>
                  <a:cubicBezTo>
                    <a:pt x="117" y="5738"/>
                    <a:pt x="1" y="5944"/>
                    <a:pt x="145" y="6077"/>
                  </a:cubicBezTo>
                  <a:cubicBezTo>
                    <a:pt x="877" y="6669"/>
                    <a:pt x="1786" y="6992"/>
                    <a:pt x="2729" y="6992"/>
                  </a:cubicBezTo>
                  <a:cubicBezTo>
                    <a:pt x="2797" y="6992"/>
                    <a:pt x="2864" y="6987"/>
                    <a:pt x="2931" y="6987"/>
                  </a:cubicBezTo>
                  <a:cubicBezTo>
                    <a:pt x="4481" y="6910"/>
                    <a:pt x="5852" y="5971"/>
                    <a:pt x="6482" y="4557"/>
                  </a:cubicBezTo>
                  <a:cubicBezTo>
                    <a:pt x="7118" y="3142"/>
                    <a:pt x="6901" y="1492"/>
                    <a:pt x="5929" y="289"/>
                  </a:cubicBezTo>
                  <a:cubicBezTo>
                    <a:pt x="5891" y="242"/>
                    <a:pt x="5833" y="217"/>
                    <a:pt x="5776" y="217"/>
                  </a:cubicBezTo>
                  <a:cubicBezTo>
                    <a:pt x="5733" y="217"/>
                    <a:pt x="5690" y="231"/>
                    <a:pt x="5655" y="260"/>
                  </a:cubicBezTo>
                  <a:cubicBezTo>
                    <a:pt x="5573" y="327"/>
                    <a:pt x="5559" y="448"/>
                    <a:pt x="5626" y="529"/>
                  </a:cubicBezTo>
                  <a:cubicBezTo>
                    <a:pt x="6949" y="2165"/>
                    <a:pt x="6656" y="4566"/>
                    <a:pt x="4986" y="5842"/>
                  </a:cubicBezTo>
                  <a:lnTo>
                    <a:pt x="4986" y="4788"/>
                  </a:lnTo>
                  <a:cubicBezTo>
                    <a:pt x="4986" y="4422"/>
                    <a:pt x="4745" y="4104"/>
                    <a:pt x="4394" y="4003"/>
                  </a:cubicBezTo>
                  <a:lnTo>
                    <a:pt x="3701" y="3806"/>
                  </a:lnTo>
                  <a:cubicBezTo>
                    <a:pt x="3605" y="3777"/>
                    <a:pt x="3542" y="3691"/>
                    <a:pt x="3542" y="3594"/>
                  </a:cubicBezTo>
                  <a:lnTo>
                    <a:pt x="3542" y="3436"/>
                  </a:lnTo>
                  <a:cubicBezTo>
                    <a:pt x="3605" y="3388"/>
                    <a:pt x="3668" y="3339"/>
                    <a:pt x="3725" y="3282"/>
                  </a:cubicBezTo>
                  <a:cubicBezTo>
                    <a:pt x="4004" y="3012"/>
                    <a:pt x="4163" y="2642"/>
                    <a:pt x="4158" y="2257"/>
                  </a:cubicBezTo>
                  <a:lnTo>
                    <a:pt x="4158" y="1886"/>
                  </a:lnTo>
                  <a:lnTo>
                    <a:pt x="4235" y="1732"/>
                  </a:lnTo>
                  <a:cubicBezTo>
                    <a:pt x="4322" y="1564"/>
                    <a:pt x="4365" y="1376"/>
                    <a:pt x="4370" y="1189"/>
                  </a:cubicBezTo>
                  <a:lnTo>
                    <a:pt x="4370" y="193"/>
                  </a:lnTo>
                  <a:cubicBezTo>
                    <a:pt x="4370" y="87"/>
                    <a:pt x="4283" y="0"/>
                    <a:pt x="4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2"/>
            <p:cNvSpPr/>
            <p:nvPr/>
          </p:nvSpPr>
          <p:spPr>
            <a:xfrm>
              <a:off x="1461887" y="1636179"/>
              <a:ext cx="46449" cy="15579"/>
            </a:xfrm>
            <a:custGeom>
              <a:avLst/>
              <a:gdLst/>
              <a:ahLst/>
              <a:cxnLst/>
              <a:rect l="l" t="t" r="r" b="b"/>
              <a:pathLst>
                <a:path w="1771" h="594" extrusionOk="0">
                  <a:moveTo>
                    <a:pt x="256" y="1"/>
                  </a:moveTo>
                  <a:cubicBezTo>
                    <a:pt x="1" y="1"/>
                    <a:pt x="1" y="391"/>
                    <a:pt x="256" y="391"/>
                  </a:cubicBezTo>
                  <a:cubicBezTo>
                    <a:pt x="472" y="391"/>
                    <a:pt x="1102" y="424"/>
                    <a:pt x="1410" y="573"/>
                  </a:cubicBezTo>
                  <a:cubicBezTo>
                    <a:pt x="1441" y="588"/>
                    <a:pt x="1470" y="594"/>
                    <a:pt x="1497" y="594"/>
                  </a:cubicBezTo>
                  <a:cubicBezTo>
                    <a:pt x="1674" y="594"/>
                    <a:pt x="1770" y="332"/>
                    <a:pt x="1579" y="232"/>
                  </a:cubicBezTo>
                  <a:cubicBezTo>
                    <a:pt x="1131" y="6"/>
                    <a:pt x="294" y="1"/>
                    <a:pt x="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6" name="Google Shape;726;p32"/>
          <p:cNvGrpSpPr/>
          <p:nvPr/>
        </p:nvGrpSpPr>
        <p:grpSpPr>
          <a:xfrm>
            <a:off x="1286187" y="1793731"/>
            <a:ext cx="278562" cy="457500"/>
            <a:chOff x="4059458" y="2439894"/>
            <a:chExt cx="218973" cy="351265"/>
          </a:xfrm>
        </p:grpSpPr>
        <p:sp>
          <p:nvSpPr>
            <p:cNvPr id="727" name="Google Shape;727;p32"/>
            <p:cNvSpPr/>
            <p:nvPr/>
          </p:nvSpPr>
          <p:spPr>
            <a:xfrm>
              <a:off x="4075746" y="2478580"/>
              <a:ext cx="186294" cy="197257"/>
            </a:xfrm>
            <a:custGeom>
              <a:avLst/>
              <a:gdLst/>
              <a:ahLst/>
              <a:cxnLst/>
              <a:rect l="l" t="t" r="r" b="b"/>
              <a:pathLst>
                <a:path w="7103" h="7521" extrusionOk="0">
                  <a:moveTo>
                    <a:pt x="0" y="0"/>
                  </a:moveTo>
                  <a:lnTo>
                    <a:pt x="0" y="7309"/>
                  </a:lnTo>
                  <a:cubicBezTo>
                    <a:pt x="0" y="7425"/>
                    <a:pt x="97" y="7521"/>
                    <a:pt x="212" y="7521"/>
                  </a:cubicBezTo>
                  <a:lnTo>
                    <a:pt x="6896" y="7521"/>
                  </a:lnTo>
                  <a:cubicBezTo>
                    <a:pt x="7011" y="7521"/>
                    <a:pt x="7102" y="7425"/>
                    <a:pt x="7102" y="7309"/>
                  </a:cubicBezTo>
                  <a:lnTo>
                    <a:pt x="710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2"/>
            <p:cNvSpPr/>
            <p:nvPr/>
          </p:nvSpPr>
          <p:spPr>
            <a:xfrm>
              <a:off x="4075746" y="2478580"/>
              <a:ext cx="186294" cy="21979"/>
            </a:xfrm>
            <a:custGeom>
              <a:avLst/>
              <a:gdLst/>
              <a:ahLst/>
              <a:cxnLst/>
              <a:rect l="l" t="t" r="r" b="b"/>
              <a:pathLst>
                <a:path w="7103" h="838" extrusionOk="0">
                  <a:moveTo>
                    <a:pt x="0" y="0"/>
                  </a:moveTo>
                  <a:lnTo>
                    <a:pt x="0" y="837"/>
                  </a:lnTo>
                  <a:lnTo>
                    <a:pt x="7102" y="837"/>
                  </a:lnTo>
                  <a:lnTo>
                    <a:pt x="7102" y="0"/>
                  </a:lnTo>
                  <a:close/>
                </a:path>
              </a:pathLst>
            </a:custGeom>
            <a:solidFill>
              <a:srgbClr val="383838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2"/>
            <p:cNvSpPr/>
            <p:nvPr/>
          </p:nvSpPr>
          <p:spPr>
            <a:xfrm>
              <a:off x="4064887" y="2462162"/>
              <a:ext cx="208141" cy="21848"/>
            </a:xfrm>
            <a:custGeom>
              <a:avLst/>
              <a:gdLst/>
              <a:ahLst/>
              <a:cxnLst/>
              <a:rect l="l" t="t" r="r" b="b"/>
              <a:pathLst>
                <a:path w="7936" h="833" extrusionOk="0">
                  <a:moveTo>
                    <a:pt x="212" y="1"/>
                  </a:moveTo>
                  <a:cubicBezTo>
                    <a:pt x="97" y="1"/>
                    <a:pt x="0" y="92"/>
                    <a:pt x="0" y="207"/>
                  </a:cubicBezTo>
                  <a:lnTo>
                    <a:pt x="0" y="626"/>
                  </a:lnTo>
                  <a:cubicBezTo>
                    <a:pt x="0" y="742"/>
                    <a:pt x="97" y="833"/>
                    <a:pt x="212" y="833"/>
                  </a:cubicBezTo>
                  <a:lnTo>
                    <a:pt x="7728" y="833"/>
                  </a:lnTo>
                  <a:cubicBezTo>
                    <a:pt x="7844" y="833"/>
                    <a:pt x="7935" y="742"/>
                    <a:pt x="7935" y="626"/>
                  </a:cubicBezTo>
                  <a:lnTo>
                    <a:pt x="7935" y="207"/>
                  </a:lnTo>
                  <a:cubicBezTo>
                    <a:pt x="7935" y="92"/>
                    <a:pt x="7844" y="1"/>
                    <a:pt x="77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2"/>
            <p:cNvSpPr/>
            <p:nvPr/>
          </p:nvSpPr>
          <p:spPr>
            <a:xfrm>
              <a:off x="4059458" y="2439894"/>
              <a:ext cx="218973" cy="351265"/>
            </a:xfrm>
            <a:custGeom>
              <a:avLst/>
              <a:gdLst/>
              <a:ahLst/>
              <a:cxnLst/>
              <a:rect l="l" t="t" r="r" b="b"/>
              <a:pathLst>
                <a:path w="8349" h="13393" extrusionOk="0">
                  <a:moveTo>
                    <a:pt x="7945" y="1028"/>
                  </a:moveTo>
                  <a:cubicBezTo>
                    <a:pt x="7950" y="1032"/>
                    <a:pt x="7954" y="1037"/>
                    <a:pt x="7954" y="1042"/>
                  </a:cubicBezTo>
                  <a:lnTo>
                    <a:pt x="7954" y="1465"/>
                  </a:lnTo>
                  <a:cubicBezTo>
                    <a:pt x="7954" y="1470"/>
                    <a:pt x="7950" y="1475"/>
                    <a:pt x="7945" y="1475"/>
                  </a:cubicBezTo>
                  <a:lnTo>
                    <a:pt x="7314" y="1475"/>
                  </a:lnTo>
                  <a:cubicBezTo>
                    <a:pt x="7069" y="1489"/>
                    <a:pt x="7069" y="1855"/>
                    <a:pt x="7314" y="1870"/>
                  </a:cubicBezTo>
                  <a:lnTo>
                    <a:pt x="7536" y="1870"/>
                  </a:lnTo>
                  <a:lnTo>
                    <a:pt x="7536" y="8789"/>
                  </a:lnTo>
                  <a:cubicBezTo>
                    <a:pt x="7536" y="8799"/>
                    <a:pt x="7531" y="8803"/>
                    <a:pt x="7526" y="8803"/>
                  </a:cubicBezTo>
                  <a:lnTo>
                    <a:pt x="823" y="8803"/>
                  </a:lnTo>
                  <a:cubicBezTo>
                    <a:pt x="819" y="8803"/>
                    <a:pt x="814" y="8799"/>
                    <a:pt x="814" y="8789"/>
                  </a:cubicBezTo>
                  <a:lnTo>
                    <a:pt x="814" y="1870"/>
                  </a:lnTo>
                  <a:lnTo>
                    <a:pt x="6477" y="1870"/>
                  </a:lnTo>
                  <a:cubicBezTo>
                    <a:pt x="6723" y="1855"/>
                    <a:pt x="6723" y="1489"/>
                    <a:pt x="6477" y="1480"/>
                  </a:cubicBezTo>
                  <a:lnTo>
                    <a:pt x="405" y="1480"/>
                  </a:lnTo>
                  <a:cubicBezTo>
                    <a:pt x="400" y="1475"/>
                    <a:pt x="395" y="1470"/>
                    <a:pt x="395" y="1465"/>
                  </a:cubicBezTo>
                  <a:lnTo>
                    <a:pt x="395" y="1042"/>
                  </a:lnTo>
                  <a:cubicBezTo>
                    <a:pt x="395" y="1037"/>
                    <a:pt x="400" y="1028"/>
                    <a:pt x="405" y="1028"/>
                  </a:cubicBezTo>
                  <a:close/>
                  <a:moveTo>
                    <a:pt x="6318" y="9198"/>
                  </a:moveTo>
                  <a:lnTo>
                    <a:pt x="6910" y="12152"/>
                  </a:lnTo>
                  <a:lnTo>
                    <a:pt x="4370" y="12152"/>
                  </a:lnTo>
                  <a:lnTo>
                    <a:pt x="4370" y="9838"/>
                  </a:lnTo>
                  <a:cubicBezTo>
                    <a:pt x="4377" y="9701"/>
                    <a:pt x="4276" y="9632"/>
                    <a:pt x="4175" y="9632"/>
                  </a:cubicBezTo>
                  <a:cubicBezTo>
                    <a:pt x="4074" y="9632"/>
                    <a:pt x="3973" y="9701"/>
                    <a:pt x="3980" y="9838"/>
                  </a:cubicBezTo>
                  <a:lnTo>
                    <a:pt x="3980" y="12152"/>
                  </a:lnTo>
                  <a:lnTo>
                    <a:pt x="1439" y="12152"/>
                  </a:lnTo>
                  <a:lnTo>
                    <a:pt x="2031" y="9198"/>
                  </a:lnTo>
                  <a:close/>
                  <a:moveTo>
                    <a:pt x="4175" y="0"/>
                  </a:moveTo>
                  <a:cubicBezTo>
                    <a:pt x="4074" y="0"/>
                    <a:pt x="3973" y="70"/>
                    <a:pt x="3980" y="210"/>
                  </a:cubicBezTo>
                  <a:lnTo>
                    <a:pt x="3980" y="643"/>
                  </a:lnTo>
                  <a:lnTo>
                    <a:pt x="405" y="643"/>
                  </a:lnTo>
                  <a:cubicBezTo>
                    <a:pt x="183" y="643"/>
                    <a:pt x="1" y="821"/>
                    <a:pt x="1" y="1047"/>
                  </a:cubicBezTo>
                  <a:lnTo>
                    <a:pt x="1" y="1465"/>
                  </a:lnTo>
                  <a:cubicBezTo>
                    <a:pt x="1" y="1692"/>
                    <a:pt x="183" y="1874"/>
                    <a:pt x="405" y="1874"/>
                  </a:cubicBezTo>
                  <a:lnTo>
                    <a:pt x="419" y="1874"/>
                  </a:lnTo>
                  <a:lnTo>
                    <a:pt x="419" y="8789"/>
                  </a:lnTo>
                  <a:cubicBezTo>
                    <a:pt x="419" y="9015"/>
                    <a:pt x="602" y="9198"/>
                    <a:pt x="823" y="9198"/>
                  </a:cubicBezTo>
                  <a:lnTo>
                    <a:pt x="1637" y="9198"/>
                  </a:lnTo>
                  <a:lnTo>
                    <a:pt x="843" y="13148"/>
                  </a:lnTo>
                  <a:cubicBezTo>
                    <a:pt x="809" y="13297"/>
                    <a:pt x="927" y="13388"/>
                    <a:pt x="1041" y="13388"/>
                  </a:cubicBezTo>
                  <a:cubicBezTo>
                    <a:pt x="1126" y="13388"/>
                    <a:pt x="1209" y="13338"/>
                    <a:pt x="1228" y="13225"/>
                  </a:cubicBezTo>
                  <a:lnTo>
                    <a:pt x="1362" y="12547"/>
                  </a:lnTo>
                  <a:lnTo>
                    <a:pt x="3980" y="12547"/>
                  </a:lnTo>
                  <a:lnTo>
                    <a:pt x="3980" y="13187"/>
                  </a:lnTo>
                  <a:cubicBezTo>
                    <a:pt x="3973" y="13324"/>
                    <a:pt x="4075" y="13393"/>
                    <a:pt x="4177" y="13393"/>
                  </a:cubicBezTo>
                  <a:cubicBezTo>
                    <a:pt x="4278" y="13393"/>
                    <a:pt x="4379" y="13324"/>
                    <a:pt x="4370" y="13187"/>
                  </a:cubicBezTo>
                  <a:lnTo>
                    <a:pt x="4370" y="12547"/>
                  </a:lnTo>
                  <a:lnTo>
                    <a:pt x="6987" y="12547"/>
                  </a:lnTo>
                  <a:lnTo>
                    <a:pt x="7122" y="13225"/>
                  </a:lnTo>
                  <a:cubicBezTo>
                    <a:pt x="7147" y="13330"/>
                    <a:pt x="7228" y="13377"/>
                    <a:pt x="7310" y="13377"/>
                  </a:cubicBezTo>
                  <a:cubicBezTo>
                    <a:pt x="7420" y="13377"/>
                    <a:pt x="7532" y="13292"/>
                    <a:pt x="7507" y="13148"/>
                  </a:cubicBezTo>
                  <a:lnTo>
                    <a:pt x="6718" y="9198"/>
                  </a:lnTo>
                  <a:lnTo>
                    <a:pt x="7526" y="9198"/>
                  </a:lnTo>
                  <a:cubicBezTo>
                    <a:pt x="7747" y="9198"/>
                    <a:pt x="7930" y="9015"/>
                    <a:pt x="7930" y="8789"/>
                  </a:cubicBezTo>
                  <a:lnTo>
                    <a:pt x="7930" y="1870"/>
                  </a:lnTo>
                  <a:lnTo>
                    <a:pt x="7945" y="1870"/>
                  </a:lnTo>
                  <a:cubicBezTo>
                    <a:pt x="8166" y="1870"/>
                    <a:pt x="8349" y="1687"/>
                    <a:pt x="8349" y="1465"/>
                  </a:cubicBezTo>
                  <a:lnTo>
                    <a:pt x="8349" y="1042"/>
                  </a:lnTo>
                  <a:cubicBezTo>
                    <a:pt x="8349" y="824"/>
                    <a:pt x="8171" y="643"/>
                    <a:pt x="7953" y="643"/>
                  </a:cubicBezTo>
                  <a:cubicBezTo>
                    <a:pt x="7950" y="643"/>
                    <a:pt x="7948" y="643"/>
                    <a:pt x="7945" y="643"/>
                  </a:cubicBezTo>
                  <a:lnTo>
                    <a:pt x="4370" y="643"/>
                  </a:lnTo>
                  <a:lnTo>
                    <a:pt x="4370" y="210"/>
                  </a:lnTo>
                  <a:cubicBezTo>
                    <a:pt x="4377" y="70"/>
                    <a:pt x="4276" y="0"/>
                    <a:pt x="4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2"/>
            <p:cNvSpPr/>
            <p:nvPr/>
          </p:nvSpPr>
          <p:spPr>
            <a:xfrm>
              <a:off x="4095259" y="2528019"/>
              <a:ext cx="144881" cy="104044"/>
            </a:xfrm>
            <a:custGeom>
              <a:avLst/>
              <a:gdLst/>
              <a:ahLst/>
              <a:cxnLst/>
              <a:rect l="l" t="t" r="r" b="b"/>
              <a:pathLst>
                <a:path w="5524" h="3967" extrusionOk="0">
                  <a:moveTo>
                    <a:pt x="4261" y="1"/>
                  </a:moveTo>
                  <a:cubicBezTo>
                    <a:pt x="4007" y="1"/>
                    <a:pt x="4005" y="392"/>
                    <a:pt x="4257" y="392"/>
                  </a:cubicBezTo>
                  <a:cubicBezTo>
                    <a:pt x="4263" y="392"/>
                    <a:pt x="4269" y="391"/>
                    <a:pt x="4275" y="391"/>
                  </a:cubicBezTo>
                  <a:lnTo>
                    <a:pt x="4848" y="391"/>
                  </a:lnTo>
                  <a:lnTo>
                    <a:pt x="2923" y="2316"/>
                  </a:lnTo>
                  <a:cubicBezTo>
                    <a:pt x="2920" y="2321"/>
                    <a:pt x="2917" y="2323"/>
                    <a:pt x="2913" y="2323"/>
                  </a:cubicBezTo>
                  <a:cubicBezTo>
                    <a:pt x="2910" y="2323"/>
                    <a:pt x="2906" y="2321"/>
                    <a:pt x="2904" y="2316"/>
                  </a:cubicBezTo>
                  <a:lnTo>
                    <a:pt x="2466" y="1883"/>
                  </a:lnTo>
                  <a:cubicBezTo>
                    <a:pt x="2389" y="1803"/>
                    <a:pt x="2285" y="1764"/>
                    <a:pt x="2181" y="1764"/>
                  </a:cubicBezTo>
                  <a:cubicBezTo>
                    <a:pt x="2077" y="1764"/>
                    <a:pt x="1973" y="1803"/>
                    <a:pt x="1893" y="1883"/>
                  </a:cubicBezTo>
                  <a:lnTo>
                    <a:pt x="161" y="3615"/>
                  </a:lnTo>
                  <a:cubicBezTo>
                    <a:pt x="0" y="3757"/>
                    <a:pt x="136" y="3966"/>
                    <a:pt x="291" y="3966"/>
                  </a:cubicBezTo>
                  <a:cubicBezTo>
                    <a:pt x="340" y="3966"/>
                    <a:pt x="391" y="3945"/>
                    <a:pt x="435" y="3894"/>
                  </a:cubicBezTo>
                  <a:lnTo>
                    <a:pt x="2172" y="2157"/>
                  </a:lnTo>
                  <a:cubicBezTo>
                    <a:pt x="2175" y="2155"/>
                    <a:pt x="2178" y="2153"/>
                    <a:pt x="2182" y="2153"/>
                  </a:cubicBezTo>
                  <a:cubicBezTo>
                    <a:pt x="2185" y="2153"/>
                    <a:pt x="2189" y="2155"/>
                    <a:pt x="2191" y="2157"/>
                  </a:cubicBezTo>
                  <a:lnTo>
                    <a:pt x="2629" y="2595"/>
                  </a:lnTo>
                  <a:cubicBezTo>
                    <a:pt x="2709" y="2674"/>
                    <a:pt x="2812" y="2714"/>
                    <a:pt x="2916" y="2714"/>
                  </a:cubicBezTo>
                  <a:cubicBezTo>
                    <a:pt x="3019" y="2714"/>
                    <a:pt x="3123" y="2674"/>
                    <a:pt x="3202" y="2595"/>
                  </a:cubicBezTo>
                  <a:lnTo>
                    <a:pt x="5127" y="670"/>
                  </a:lnTo>
                  <a:lnTo>
                    <a:pt x="5127" y="1243"/>
                  </a:lnTo>
                  <a:cubicBezTo>
                    <a:pt x="5119" y="1380"/>
                    <a:pt x="5220" y="1448"/>
                    <a:pt x="5321" y="1448"/>
                  </a:cubicBezTo>
                  <a:cubicBezTo>
                    <a:pt x="5423" y="1448"/>
                    <a:pt x="5524" y="1380"/>
                    <a:pt x="5516" y="1243"/>
                  </a:cubicBezTo>
                  <a:lnTo>
                    <a:pt x="5516" y="199"/>
                  </a:lnTo>
                  <a:cubicBezTo>
                    <a:pt x="5516" y="88"/>
                    <a:pt x="5430" y="1"/>
                    <a:pt x="5324" y="1"/>
                  </a:cubicBezTo>
                  <a:lnTo>
                    <a:pt x="4275" y="1"/>
                  </a:lnTo>
                  <a:cubicBezTo>
                    <a:pt x="4270" y="1"/>
                    <a:pt x="4266" y="1"/>
                    <a:pt x="42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5" name="Google Shape;755;p32"/>
          <p:cNvGrpSpPr/>
          <p:nvPr/>
        </p:nvGrpSpPr>
        <p:grpSpPr>
          <a:xfrm>
            <a:off x="8220197" y="4319776"/>
            <a:ext cx="731685" cy="731614"/>
            <a:chOff x="276382" y="1174752"/>
            <a:chExt cx="895027" cy="894940"/>
          </a:xfrm>
        </p:grpSpPr>
        <p:grpSp>
          <p:nvGrpSpPr>
            <p:cNvPr id="756" name="Google Shape;756;p32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59" name="Google Shape;759;p32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" name="Google Shape;668;p31">
            <a:extLst>
              <a:ext uri="{FF2B5EF4-FFF2-40B4-BE49-F238E27FC236}">
                <a16:creationId xmlns:a16="http://schemas.microsoft.com/office/drawing/2014/main" id="{DFBEAA39-1172-E27E-0D63-110B734C8E3D}"/>
              </a:ext>
            </a:extLst>
          </p:cNvPr>
          <p:cNvGrpSpPr/>
          <p:nvPr/>
        </p:nvGrpSpPr>
        <p:grpSpPr>
          <a:xfrm>
            <a:off x="3529559" y="1791531"/>
            <a:ext cx="441328" cy="447977"/>
            <a:chOff x="2419469" y="1896399"/>
            <a:chExt cx="346921" cy="343953"/>
          </a:xfrm>
        </p:grpSpPr>
        <p:sp>
          <p:nvSpPr>
            <p:cNvPr id="3" name="Google Shape;669;p31">
              <a:extLst>
                <a:ext uri="{FF2B5EF4-FFF2-40B4-BE49-F238E27FC236}">
                  <a16:creationId xmlns:a16="http://schemas.microsoft.com/office/drawing/2014/main" id="{ACC12BAF-8104-57E3-CB7A-1109F927BB00}"/>
                </a:ext>
              </a:extLst>
            </p:cNvPr>
            <p:cNvSpPr/>
            <p:nvPr/>
          </p:nvSpPr>
          <p:spPr>
            <a:xfrm>
              <a:off x="2667173" y="2079997"/>
              <a:ext cx="40421" cy="39770"/>
            </a:xfrm>
            <a:custGeom>
              <a:avLst/>
              <a:gdLst/>
              <a:ahLst/>
              <a:cxnLst/>
              <a:rect l="l" t="t" r="r" b="b"/>
              <a:pathLst>
                <a:path w="1553" h="1528" extrusionOk="0">
                  <a:moveTo>
                    <a:pt x="1" y="0"/>
                  </a:moveTo>
                  <a:lnTo>
                    <a:pt x="989" y="1527"/>
                  </a:lnTo>
                  <a:lnTo>
                    <a:pt x="1552" y="1527"/>
                  </a:lnTo>
                  <a:cubicBezTo>
                    <a:pt x="1552" y="683"/>
                    <a:pt x="849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670;p31">
              <a:extLst>
                <a:ext uri="{FF2B5EF4-FFF2-40B4-BE49-F238E27FC236}">
                  <a16:creationId xmlns:a16="http://schemas.microsoft.com/office/drawing/2014/main" id="{E4C640B8-2FEC-2967-2857-DA83245591A5}"/>
                </a:ext>
              </a:extLst>
            </p:cNvPr>
            <p:cNvSpPr/>
            <p:nvPr/>
          </p:nvSpPr>
          <p:spPr>
            <a:xfrm>
              <a:off x="2626882" y="2079997"/>
              <a:ext cx="66058" cy="39848"/>
            </a:xfrm>
            <a:custGeom>
              <a:avLst/>
              <a:gdLst/>
              <a:ahLst/>
              <a:cxnLst/>
              <a:rect l="l" t="t" r="r" b="b"/>
              <a:pathLst>
                <a:path w="2538" h="1531" extrusionOk="0">
                  <a:moveTo>
                    <a:pt x="1549" y="0"/>
                  </a:moveTo>
                  <a:cubicBezTo>
                    <a:pt x="704" y="0"/>
                    <a:pt x="1" y="683"/>
                    <a:pt x="1" y="1531"/>
                  </a:cubicBezTo>
                  <a:lnTo>
                    <a:pt x="2537" y="1531"/>
                  </a:lnTo>
                  <a:cubicBezTo>
                    <a:pt x="2537" y="683"/>
                    <a:pt x="2087" y="0"/>
                    <a:pt x="15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671;p31">
              <a:extLst>
                <a:ext uri="{FF2B5EF4-FFF2-40B4-BE49-F238E27FC236}">
                  <a16:creationId xmlns:a16="http://schemas.microsoft.com/office/drawing/2014/main" id="{C8C48ED9-EB40-436D-B2C6-6FFE13D9029F}"/>
                </a:ext>
              </a:extLst>
            </p:cNvPr>
            <p:cNvSpPr/>
            <p:nvPr/>
          </p:nvSpPr>
          <p:spPr>
            <a:xfrm>
              <a:off x="2666730" y="2014044"/>
              <a:ext cx="21993" cy="43986"/>
            </a:xfrm>
            <a:custGeom>
              <a:avLst/>
              <a:gdLst/>
              <a:ahLst/>
              <a:cxnLst/>
              <a:rect l="l" t="t" r="r" b="b"/>
              <a:pathLst>
                <a:path w="845" h="1690" extrusionOk="0">
                  <a:moveTo>
                    <a:pt x="0" y="1"/>
                  </a:moveTo>
                  <a:lnTo>
                    <a:pt x="0" y="1690"/>
                  </a:lnTo>
                  <a:cubicBezTo>
                    <a:pt x="465" y="1690"/>
                    <a:pt x="845" y="1310"/>
                    <a:pt x="845" y="845"/>
                  </a:cubicBezTo>
                  <a:cubicBezTo>
                    <a:pt x="845" y="381"/>
                    <a:pt x="4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72;p31">
              <a:extLst>
                <a:ext uri="{FF2B5EF4-FFF2-40B4-BE49-F238E27FC236}">
                  <a16:creationId xmlns:a16="http://schemas.microsoft.com/office/drawing/2014/main" id="{20152C4E-F44C-DE31-FC46-80CD3C592C40}"/>
                </a:ext>
              </a:extLst>
            </p:cNvPr>
            <p:cNvSpPr/>
            <p:nvPr/>
          </p:nvSpPr>
          <p:spPr>
            <a:xfrm>
              <a:off x="2518556" y="2079997"/>
              <a:ext cx="40317" cy="39770"/>
            </a:xfrm>
            <a:custGeom>
              <a:avLst/>
              <a:gdLst/>
              <a:ahLst/>
              <a:cxnLst/>
              <a:rect l="l" t="t" r="r" b="b"/>
              <a:pathLst>
                <a:path w="1549" h="1528" extrusionOk="0">
                  <a:moveTo>
                    <a:pt x="0" y="0"/>
                  </a:moveTo>
                  <a:lnTo>
                    <a:pt x="985" y="1527"/>
                  </a:lnTo>
                  <a:lnTo>
                    <a:pt x="1548" y="1527"/>
                  </a:lnTo>
                  <a:cubicBezTo>
                    <a:pt x="1548" y="683"/>
                    <a:pt x="845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673;p31">
              <a:extLst>
                <a:ext uri="{FF2B5EF4-FFF2-40B4-BE49-F238E27FC236}">
                  <a16:creationId xmlns:a16="http://schemas.microsoft.com/office/drawing/2014/main" id="{ADC313B1-3354-FD2B-BD8D-99ABF9DD3188}"/>
                </a:ext>
              </a:extLst>
            </p:cNvPr>
            <p:cNvSpPr/>
            <p:nvPr/>
          </p:nvSpPr>
          <p:spPr>
            <a:xfrm>
              <a:off x="2478265" y="2079997"/>
              <a:ext cx="66032" cy="39848"/>
            </a:xfrm>
            <a:custGeom>
              <a:avLst/>
              <a:gdLst/>
              <a:ahLst/>
              <a:cxnLst/>
              <a:rect l="l" t="t" r="r" b="b"/>
              <a:pathLst>
                <a:path w="2537" h="1531" extrusionOk="0">
                  <a:moveTo>
                    <a:pt x="1548" y="0"/>
                  </a:moveTo>
                  <a:cubicBezTo>
                    <a:pt x="704" y="0"/>
                    <a:pt x="0" y="683"/>
                    <a:pt x="0" y="1531"/>
                  </a:cubicBezTo>
                  <a:lnTo>
                    <a:pt x="2533" y="1531"/>
                  </a:lnTo>
                  <a:cubicBezTo>
                    <a:pt x="2537" y="683"/>
                    <a:pt x="2087" y="0"/>
                    <a:pt x="15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674;p31">
              <a:extLst>
                <a:ext uri="{FF2B5EF4-FFF2-40B4-BE49-F238E27FC236}">
                  <a16:creationId xmlns:a16="http://schemas.microsoft.com/office/drawing/2014/main" id="{D22D07AF-F248-C233-B430-B153A1BFDE34}"/>
                </a:ext>
              </a:extLst>
            </p:cNvPr>
            <p:cNvSpPr/>
            <p:nvPr/>
          </p:nvSpPr>
          <p:spPr>
            <a:xfrm>
              <a:off x="2518087" y="2014044"/>
              <a:ext cx="22019" cy="43986"/>
            </a:xfrm>
            <a:custGeom>
              <a:avLst/>
              <a:gdLst/>
              <a:ahLst/>
              <a:cxnLst/>
              <a:rect l="l" t="t" r="r" b="b"/>
              <a:pathLst>
                <a:path w="846" h="1690" extrusionOk="0">
                  <a:moveTo>
                    <a:pt x="1" y="1"/>
                  </a:moveTo>
                  <a:lnTo>
                    <a:pt x="1" y="1690"/>
                  </a:lnTo>
                  <a:cubicBezTo>
                    <a:pt x="465" y="1690"/>
                    <a:pt x="845" y="1310"/>
                    <a:pt x="845" y="845"/>
                  </a:cubicBezTo>
                  <a:cubicBezTo>
                    <a:pt x="845" y="381"/>
                    <a:pt x="465" y="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75;p31">
              <a:extLst>
                <a:ext uri="{FF2B5EF4-FFF2-40B4-BE49-F238E27FC236}">
                  <a16:creationId xmlns:a16="http://schemas.microsoft.com/office/drawing/2014/main" id="{3004C389-686C-11F0-851B-71B042D0A373}"/>
                </a:ext>
              </a:extLst>
            </p:cNvPr>
            <p:cNvSpPr/>
            <p:nvPr/>
          </p:nvSpPr>
          <p:spPr>
            <a:xfrm>
              <a:off x="2592916" y="2081923"/>
              <a:ext cx="54137" cy="5413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0" y="0"/>
                  </a:moveTo>
                  <a:lnTo>
                    <a:pt x="1235" y="2079"/>
                  </a:lnTo>
                  <a:lnTo>
                    <a:pt x="2080" y="2079"/>
                  </a:lnTo>
                  <a:cubicBezTo>
                    <a:pt x="2080" y="932"/>
                    <a:pt x="1147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676;p31">
              <a:extLst>
                <a:ext uri="{FF2B5EF4-FFF2-40B4-BE49-F238E27FC236}">
                  <a16:creationId xmlns:a16="http://schemas.microsoft.com/office/drawing/2014/main" id="{8D6A0908-3B21-3CA2-F691-61F9D8861646}"/>
                </a:ext>
              </a:extLst>
            </p:cNvPr>
            <p:cNvSpPr/>
            <p:nvPr/>
          </p:nvSpPr>
          <p:spPr>
            <a:xfrm>
              <a:off x="2538779" y="2081923"/>
              <a:ext cx="86307" cy="54137"/>
            </a:xfrm>
            <a:custGeom>
              <a:avLst/>
              <a:gdLst/>
              <a:ahLst/>
              <a:cxnLst/>
              <a:rect l="l" t="t" r="r" b="b"/>
              <a:pathLst>
                <a:path w="3316" h="2080" extrusionOk="0">
                  <a:moveTo>
                    <a:pt x="2080" y="0"/>
                  </a:moveTo>
                  <a:cubicBezTo>
                    <a:pt x="930" y="0"/>
                    <a:pt x="1" y="932"/>
                    <a:pt x="1" y="2079"/>
                  </a:cubicBezTo>
                  <a:lnTo>
                    <a:pt x="3315" y="2079"/>
                  </a:lnTo>
                  <a:cubicBezTo>
                    <a:pt x="3315" y="932"/>
                    <a:pt x="2763" y="0"/>
                    <a:pt x="20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677;p31">
              <a:extLst>
                <a:ext uri="{FF2B5EF4-FFF2-40B4-BE49-F238E27FC236}">
                  <a16:creationId xmlns:a16="http://schemas.microsoft.com/office/drawing/2014/main" id="{0F2CCF94-4CF6-11FB-9034-633248C34F1A}"/>
                </a:ext>
              </a:extLst>
            </p:cNvPr>
            <p:cNvSpPr/>
            <p:nvPr/>
          </p:nvSpPr>
          <p:spPr>
            <a:xfrm>
              <a:off x="2593281" y="2000223"/>
              <a:ext cx="29333" cy="59733"/>
            </a:xfrm>
            <a:custGeom>
              <a:avLst/>
              <a:gdLst/>
              <a:ahLst/>
              <a:cxnLst/>
              <a:rect l="l" t="t" r="r" b="b"/>
              <a:pathLst>
                <a:path w="1127" h="2295" extrusionOk="0">
                  <a:moveTo>
                    <a:pt x="0" y="1"/>
                  </a:moveTo>
                  <a:lnTo>
                    <a:pt x="0" y="2295"/>
                  </a:lnTo>
                  <a:cubicBezTo>
                    <a:pt x="627" y="2284"/>
                    <a:pt x="1126" y="1774"/>
                    <a:pt x="1126" y="1148"/>
                  </a:cubicBezTo>
                  <a:cubicBezTo>
                    <a:pt x="1126" y="525"/>
                    <a:pt x="627" y="1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678;p31">
              <a:extLst>
                <a:ext uri="{FF2B5EF4-FFF2-40B4-BE49-F238E27FC236}">
                  <a16:creationId xmlns:a16="http://schemas.microsoft.com/office/drawing/2014/main" id="{B5DC75C8-7DCA-06FF-60E3-E68816FECECE}"/>
                </a:ext>
              </a:extLst>
            </p:cNvPr>
            <p:cNvSpPr/>
            <p:nvPr/>
          </p:nvSpPr>
          <p:spPr>
            <a:xfrm>
              <a:off x="2563245" y="2000223"/>
              <a:ext cx="44976" cy="59733"/>
            </a:xfrm>
            <a:custGeom>
              <a:avLst/>
              <a:gdLst/>
              <a:ahLst/>
              <a:cxnLst/>
              <a:rect l="l" t="t" r="r" b="b"/>
              <a:pathLst>
                <a:path w="1728" h="2295" extrusionOk="0">
                  <a:moveTo>
                    <a:pt x="1126" y="1"/>
                  </a:moveTo>
                  <a:cubicBezTo>
                    <a:pt x="500" y="15"/>
                    <a:pt x="0" y="525"/>
                    <a:pt x="0" y="1148"/>
                  </a:cubicBezTo>
                  <a:cubicBezTo>
                    <a:pt x="0" y="1774"/>
                    <a:pt x="500" y="2284"/>
                    <a:pt x="1126" y="2295"/>
                  </a:cubicBezTo>
                  <a:lnTo>
                    <a:pt x="1154" y="2295"/>
                  </a:lnTo>
                  <a:cubicBezTo>
                    <a:pt x="1471" y="2281"/>
                    <a:pt x="1728" y="1774"/>
                    <a:pt x="1728" y="1148"/>
                  </a:cubicBezTo>
                  <a:cubicBezTo>
                    <a:pt x="1728" y="525"/>
                    <a:pt x="1471" y="18"/>
                    <a:pt x="11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679;p31">
              <a:extLst>
                <a:ext uri="{FF2B5EF4-FFF2-40B4-BE49-F238E27FC236}">
                  <a16:creationId xmlns:a16="http://schemas.microsoft.com/office/drawing/2014/main" id="{7D36699F-54A4-419A-0FC1-3F366322A846}"/>
                </a:ext>
              </a:extLst>
            </p:cNvPr>
            <p:cNvSpPr/>
            <p:nvPr/>
          </p:nvSpPr>
          <p:spPr>
            <a:xfrm>
              <a:off x="2496120" y="2014044"/>
              <a:ext cx="29333" cy="43986"/>
            </a:xfrm>
            <a:custGeom>
              <a:avLst/>
              <a:gdLst/>
              <a:ahLst/>
              <a:cxnLst/>
              <a:rect l="l" t="t" r="r" b="b"/>
              <a:pathLst>
                <a:path w="1127" h="1690" extrusionOk="0">
                  <a:moveTo>
                    <a:pt x="845" y="1"/>
                  </a:moveTo>
                  <a:cubicBezTo>
                    <a:pt x="377" y="1"/>
                    <a:pt x="0" y="381"/>
                    <a:pt x="0" y="845"/>
                  </a:cubicBezTo>
                  <a:cubicBezTo>
                    <a:pt x="0" y="1310"/>
                    <a:pt x="377" y="1690"/>
                    <a:pt x="845" y="1690"/>
                  </a:cubicBezTo>
                  <a:cubicBezTo>
                    <a:pt x="999" y="1690"/>
                    <a:pt x="1126" y="1313"/>
                    <a:pt x="1126" y="845"/>
                  </a:cubicBezTo>
                  <a:cubicBezTo>
                    <a:pt x="1126" y="381"/>
                    <a:pt x="999" y="1"/>
                    <a:pt x="8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680;p31">
              <a:extLst>
                <a:ext uri="{FF2B5EF4-FFF2-40B4-BE49-F238E27FC236}">
                  <a16:creationId xmlns:a16="http://schemas.microsoft.com/office/drawing/2014/main" id="{766545B9-0FEF-9E04-7367-A3946FB10625}"/>
                </a:ext>
              </a:extLst>
            </p:cNvPr>
            <p:cNvSpPr/>
            <p:nvPr/>
          </p:nvSpPr>
          <p:spPr>
            <a:xfrm>
              <a:off x="2644737" y="2014044"/>
              <a:ext cx="29333" cy="43986"/>
            </a:xfrm>
            <a:custGeom>
              <a:avLst/>
              <a:gdLst/>
              <a:ahLst/>
              <a:cxnLst/>
              <a:rect l="l" t="t" r="r" b="b"/>
              <a:pathLst>
                <a:path w="1127" h="1690" extrusionOk="0"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10"/>
                    <a:pt x="381" y="1690"/>
                    <a:pt x="845" y="1690"/>
                  </a:cubicBezTo>
                  <a:cubicBezTo>
                    <a:pt x="1000" y="1690"/>
                    <a:pt x="1127" y="1313"/>
                    <a:pt x="1127" y="845"/>
                  </a:cubicBezTo>
                  <a:cubicBezTo>
                    <a:pt x="1127" y="381"/>
                    <a:pt x="1000" y="1"/>
                    <a:pt x="8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681;p31">
              <a:extLst>
                <a:ext uri="{FF2B5EF4-FFF2-40B4-BE49-F238E27FC236}">
                  <a16:creationId xmlns:a16="http://schemas.microsoft.com/office/drawing/2014/main" id="{C5B8C67E-B5B5-72BB-3DD8-7538377A8952}"/>
                </a:ext>
              </a:extLst>
            </p:cNvPr>
            <p:cNvSpPr/>
            <p:nvPr/>
          </p:nvSpPr>
          <p:spPr>
            <a:xfrm>
              <a:off x="2419469" y="1896399"/>
              <a:ext cx="346921" cy="343953"/>
            </a:xfrm>
            <a:custGeom>
              <a:avLst/>
              <a:gdLst/>
              <a:ahLst/>
              <a:cxnLst/>
              <a:rect l="l" t="t" r="r" b="b"/>
              <a:pathLst>
                <a:path w="13329" h="13215" extrusionOk="0">
                  <a:moveTo>
                    <a:pt x="6872" y="1136"/>
                  </a:moveTo>
                  <a:cubicBezTo>
                    <a:pt x="9725" y="1249"/>
                    <a:pt x="12012" y="3536"/>
                    <a:pt x="12125" y="6389"/>
                  </a:cubicBezTo>
                  <a:lnTo>
                    <a:pt x="11622" y="6389"/>
                  </a:lnTo>
                  <a:cubicBezTo>
                    <a:pt x="11618" y="6389"/>
                    <a:pt x="11614" y="6389"/>
                    <a:pt x="11610" y="6389"/>
                  </a:cubicBezTo>
                  <a:cubicBezTo>
                    <a:pt x="11495" y="6389"/>
                    <a:pt x="11400" y="6485"/>
                    <a:pt x="11400" y="6600"/>
                  </a:cubicBezTo>
                  <a:cubicBezTo>
                    <a:pt x="11400" y="6718"/>
                    <a:pt x="11499" y="6811"/>
                    <a:pt x="11615" y="6811"/>
                  </a:cubicBezTo>
                  <a:cubicBezTo>
                    <a:pt x="11617" y="6811"/>
                    <a:pt x="11620" y="6811"/>
                    <a:pt x="11622" y="6811"/>
                  </a:cubicBezTo>
                  <a:lnTo>
                    <a:pt x="12125" y="6811"/>
                  </a:lnTo>
                  <a:cubicBezTo>
                    <a:pt x="12012" y="9661"/>
                    <a:pt x="9725" y="11948"/>
                    <a:pt x="6875" y="12064"/>
                  </a:cubicBezTo>
                  <a:lnTo>
                    <a:pt x="6875" y="12061"/>
                  </a:lnTo>
                  <a:lnTo>
                    <a:pt x="6875" y="11558"/>
                  </a:lnTo>
                  <a:cubicBezTo>
                    <a:pt x="6879" y="11438"/>
                    <a:pt x="6784" y="11340"/>
                    <a:pt x="6664" y="11340"/>
                  </a:cubicBezTo>
                  <a:cubicBezTo>
                    <a:pt x="6541" y="11340"/>
                    <a:pt x="6446" y="11438"/>
                    <a:pt x="6453" y="11558"/>
                  </a:cubicBezTo>
                  <a:lnTo>
                    <a:pt x="6453" y="12061"/>
                  </a:lnTo>
                  <a:cubicBezTo>
                    <a:pt x="3600" y="11948"/>
                    <a:pt x="1313" y="9665"/>
                    <a:pt x="1200" y="6811"/>
                  </a:cubicBezTo>
                  <a:lnTo>
                    <a:pt x="1703" y="6811"/>
                  </a:lnTo>
                  <a:cubicBezTo>
                    <a:pt x="1971" y="6797"/>
                    <a:pt x="1971" y="6400"/>
                    <a:pt x="1703" y="6389"/>
                  </a:cubicBezTo>
                  <a:lnTo>
                    <a:pt x="1200" y="6389"/>
                  </a:lnTo>
                  <a:cubicBezTo>
                    <a:pt x="1313" y="3536"/>
                    <a:pt x="3600" y="1249"/>
                    <a:pt x="6450" y="1136"/>
                  </a:cubicBezTo>
                  <a:lnTo>
                    <a:pt x="6450" y="1639"/>
                  </a:lnTo>
                  <a:cubicBezTo>
                    <a:pt x="6457" y="1775"/>
                    <a:pt x="6560" y="1842"/>
                    <a:pt x="6662" y="1842"/>
                  </a:cubicBezTo>
                  <a:cubicBezTo>
                    <a:pt x="6765" y="1842"/>
                    <a:pt x="6867" y="1775"/>
                    <a:pt x="6872" y="1639"/>
                  </a:cubicBezTo>
                  <a:lnTo>
                    <a:pt x="6872" y="1136"/>
                  </a:lnTo>
                  <a:close/>
                  <a:moveTo>
                    <a:pt x="6663" y="1"/>
                  </a:moveTo>
                  <a:cubicBezTo>
                    <a:pt x="6560" y="1"/>
                    <a:pt x="6458" y="68"/>
                    <a:pt x="6453" y="204"/>
                  </a:cubicBezTo>
                  <a:lnTo>
                    <a:pt x="6453" y="714"/>
                  </a:lnTo>
                  <a:cubicBezTo>
                    <a:pt x="3367" y="830"/>
                    <a:pt x="894" y="3304"/>
                    <a:pt x="781" y="6389"/>
                  </a:cubicBezTo>
                  <a:lnTo>
                    <a:pt x="268" y="6389"/>
                  </a:lnTo>
                  <a:cubicBezTo>
                    <a:pt x="0" y="6400"/>
                    <a:pt x="0" y="6797"/>
                    <a:pt x="268" y="6811"/>
                  </a:cubicBezTo>
                  <a:lnTo>
                    <a:pt x="781" y="6811"/>
                  </a:lnTo>
                  <a:cubicBezTo>
                    <a:pt x="894" y="9894"/>
                    <a:pt x="3367" y="12367"/>
                    <a:pt x="6453" y="12483"/>
                  </a:cubicBezTo>
                  <a:lnTo>
                    <a:pt x="6453" y="12997"/>
                  </a:lnTo>
                  <a:cubicBezTo>
                    <a:pt x="6446" y="13116"/>
                    <a:pt x="6545" y="13215"/>
                    <a:pt x="6664" y="13215"/>
                  </a:cubicBezTo>
                  <a:cubicBezTo>
                    <a:pt x="6784" y="13215"/>
                    <a:pt x="6879" y="13116"/>
                    <a:pt x="6875" y="12997"/>
                  </a:cubicBezTo>
                  <a:lnTo>
                    <a:pt x="6875" y="12487"/>
                  </a:lnTo>
                  <a:cubicBezTo>
                    <a:pt x="9961" y="12371"/>
                    <a:pt x="12435" y="9897"/>
                    <a:pt x="12547" y="6811"/>
                  </a:cubicBezTo>
                  <a:lnTo>
                    <a:pt x="13061" y="6811"/>
                  </a:lnTo>
                  <a:cubicBezTo>
                    <a:pt x="13328" y="6801"/>
                    <a:pt x="13328" y="6403"/>
                    <a:pt x="13061" y="6389"/>
                  </a:cubicBezTo>
                  <a:lnTo>
                    <a:pt x="12547" y="6389"/>
                  </a:lnTo>
                  <a:cubicBezTo>
                    <a:pt x="12435" y="3304"/>
                    <a:pt x="9961" y="830"/>
                    <a:pt x="6875" y="714"/>
                  </a:cubicBezTo>
                  <a:lnTo>
                    <a:pt x="6875" y="204"/>
                  </a:lnTo>
                  <a:cubicBezTo>
                    <a:pt x="6868" y="68"/>
                    <a:pt x="6765" y="1"/>
                    <a:pt x="6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82;p31">
              <a:extLst>
                <a:ext uri="{FF2B5EF4-FFF2-40B4-BE49-F238E27FC236}">
                  <a16:creationId xmlns:a16="http://schemas.microsoft.com/office/drawing/2014/main" id="{88F5BA01-0C54-65F1-0DEA-5139B92F2BFC}"/>
                </a:ext>
              </a:extLst>
            </p:cNvPr>
            <p:cNvSpPr/>
            <p:nvPr/>
          </p:nvSpPr>
          <p:spPr>
            <a:xfrm>
              <a:off x="2640260" y="2008500"/>
              <a:ext cx="64210" cy="55022"/>
            </a:xfrm>
            <a:custGeom>
              <a:avLst/>
              <a:gdLst/>
              <a:ahLst/>
              <a:cxnLst/>
              <a:rect l="l" t="t" r="r" b="b"/>
              <a:pathLst>
                <a:path w="2467" h="2114" extrusionOk="0">
                  <a:moveTo>
                    <a:pt x="1056" y="425"/>
                  </a:moveTo>
                  <a:cubicBezTo>
                    <a:pt x="1619" y="425"/>
                    <a:pt x="1900" y="1108"/>
                    <a:pt x="1503" y="1505"/>
                  </a:cubicBezTo>
                  <a:cubicBezTo>
                    <a:pt x="1374" y="1635"/>
                    <a:pt x="1216" y="1693"/>
                    <a:pt x="1060" y="1693"/>
                  </a:cubicBezTo>
                  <a:cubicBezTo>
                    <a:pt x="735" y="1693"/>
                    <a:pt x="423" y="1439"/>
                    <a:pt x="423" y="1058"/>
                  </a:cubicBezTo>
                  <a:cubicBezTo>
                    <a:pt x="423" y="710"/>
                    <a:pt x="704" y="425"/>
                    <a:pt x="1056" y="425"/>
                  </a:cubicBezTo>
                  <a:close/>
                  <a:moveTo>
                    <a:pt x="1062" y="0"/>
                  </a:moveTo>
                  <a:cubicBezTo>
                    <a:pt x="520" y="0"/>
                    <a:pt x="0" y="421"/>
                    <a:pt x="0" y="1058"/>
                  </a:cubicBezTo>
                  <a:cubicBezTo>
                    <a:pt x="0" y="1639"/>
                    <a:pt x="472" y="2114"/>
                    <a:pt x="1056" y="2114"/>
                  </a:cubicBezTo>
                  <a:cubicBezTo>
                    <a:pt x="1995" y="2114"/>
                    <a:pt x="2467" y="977"/>
                    <a:pt x="1802" y="312"/>
                  </a:cubicBezTo>
                  <a:cubicBezTo>
                    <a:pt x="1586" y="97"/>
                    <a:pt x="1321" y="0"/>
                    <a:pt x="10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683;p31">
              <a:extLst>
                <a:ext uri="{FF2B5EF4-FFF2-40B4-BE49-F238E27FC236}">
                  <a16:creationId xmlns:a16="http://schemas.microsoft.com/office/drawing/2014/main" id="{4977E4DE-967B-3F52-1915-2756BF68B5E4}"/>
                </a:ext>
              </a:extLst>
            </p:cNvPr>
            <p:cNvSpPr/>
            <p:nvPr/>
          </p:nvSpPr>
          <p:spPr>
            <a:xfrm>
              <a:off x="2640833" y="2074505"/>
              <a:ext cx="72148" cy="50754"/>
            </a:xfrm>
            <a:custGeom>
              <a:avLst/>
              <a:gdLst/>
              <a:ahLst/>
              <a:cxnLst/>
              <a:rect l="l" t="t" r="r" b="b"/>
              <a:pathLst>
                <a:path w="2772" h="1950" extrusionOk="0">
                  <a:moveTo>
                    <a:pt x="1034" y="0"/>
                  </a:moveTo>
                  <a:cubicBezTo>
                    <a:pt x="745" y="0"/>
                    <a:pt x="464" y="70"/>
                    <a:pt x="211" y="204"/>
                  </a:cubicBezTo>
                  <a:cubicBezTo>
                    <a:pt x="0" y="318"/>
                    <a:pt x="113" y="604"/>
                    <a:pt x="306" y="604"/>
                  </a:cubicBezTo>
                  <a:cubicBezTo>
                    <a:pt x="339" y="604"/>
                    <a:pt x="375" y="596"/>
                    <a:pt x="411" y="577"/>
                  </a:cubicBezTo>
                  <a:cubicBezTo>
                    <a:pt x="612" y="470"/>
                    <a:pt x="823" y="421"/>
                    <a:pt x="1030" y="421"/>
                  </a:cubicBezTo>
                  <a:cubicBezTo>
                    <a:pt x="1648" y="421"/>
                    <a:pt x="2225" y="861"/>
                    <a:pt x="2336" y="1531"/>
                  </a:cubicBezTo>
                  <a:lnTo>
                    <a:pt x="1034" y="1531"/>
                  </a:lnTo>
                  <a:cubicBezTo>
                    <a:pt x="1030" y="1530"/>
                    <a:pt x="1025" y="1530"/>
                    <a:pt x="1021" y="1530"/>
                  </a:cubicBezTo>
                  <a:cubicBezTo>
                    <a:pt x="904" y="1530"/>
                    <a:pt x="812" y="1623"/>
                    <a:pt x="812" y="1738"/>
                  </a:cubicBezTo>
                  <a:cubicBezTo>
                    <a:pt x="812" y="1857"/>
                    <a:pt x="904" y="1950"/>
                    <a:pt x="1021" y="1950"/>
                  </a:cubicBezTo>
                  <a:cubicBezTo>
                    <a:pt x="1025" y="1950"/>
                    <a:pt x="1030" y="1950"/>
                    <a:pt x="1034" y="1949"/>
                  </a:cubicBezTo>
                  <a:lnTo>
                    <a:pt x="2561" y="1949"/>
                  </a:lnTo>
                  <a:cubicBezTo>
                    <a:pt x="2680" y="1949"/>
                    <a:pt x="2772" y="1858"/>
                    <a:pt x="2772" y="1738"/>
                  </a:cubicBezTo>
                  <a:cubicBezTo>
                    <a:pt x="2772" y="778"/>
                    <a:pt x="1994" y="0"/>
                    <a:pt x="10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84;p31">
              <a:extLst>
                <a:ext uri="{FF2B5EF4-FFF2-40B4-BE49-F238E27FC236}">
                  <a16:creationId xmlns:a16="http://schemas.microsoft.com/office/drawing/2014/main" id="{A6BA0CB1-F59D-DB43-A25A-21207AA70C56}"/>
                </a:ext>
              </a:extLst>
            </p:cNvPr>
            <p:cNvSpPr/>
            <p:nvPr/>
          </p:nvSpPr>
          <p:spPr>
            <a:xfrm>
              <a:off x="2472669" y="2074401"/>
              <a:ext cx="71940" cy="50858"/>
            </a:xfrm>
            <a:custGeom>
              <a:avLst/>
              <a:gdLst/>
              <a:ahLst/>
              <a:cxnLst/>
              <a:rect l="l" t="t" r="r" b="b"/>
              <a:pathLst>
                <a:path w="2764" h="1954" extrusionOk="0">
                  <a:moveTo>
                    <a:pt x="1747" y="1"/>
                  </a:moveTo>
                  <a:cubicBezTo>
                    <a:pt x="835" y="1"/>
                    <a:pt x="4" y="732"/>
                    <a:pt x="4" y="1746"/>
                  </a:cubicBezTo>
                  <a:cubicBezTo>
                    <a:pt x="1" y="1860"/>
                    <a:pt x="92" y="1953"/>
                    <a:pt x="209" y="1953"/>
                  </a:cubicBezTo>
                  <a:cubicBezTo>
                    <a:pt x="211" y="1953"/>
                    <a:pt x="213" y="1953"/>
                    <a:pt x="215" y="1953"/>
                  </a:cubicBezTo>
                  <a:lnTo>
                    <a:pt x="1763" y="1953"/>
                  </a:lnTo>
                  <a:cubicBezTo>
                    <a:pt x="1879" y="1953"/>
                    <a:pt x="1974" y="1862"/>
                    <a:pt x="1974" y="1746"/>
                  </a:cubicBezTo>
                  <a:cubicBezTo>
                    <a:pt x="1974" y="1626"/>
                    <a:pt x="1879" y="1535"/>
                    <a:pt x="1763" y="1535"/>
                  </a:cubicBezTo>
                  <a:lnTo>
                    <a:pt x="444" y="1535"/>
                  </a:lnTo>
                  <a:cubicBezTo>
                    <a:pt x="554" y="865"/>
                    <a:pt x="1129" y="425"/>
                    <a:pt x="1746" y="425"/>
                  </a:cubicBezTo>
                  <a:cubicBezTo>
                    <a:pt x="1953" y="425"/>
                    <a:pt x="2164" y="474"/>
                    <a:pt x="2365" y="581"/>
                  </a:cubicBezTo>
                  <a:cubicBezTo>
                    <a:pt x="2398" y="596"/>
                    <a:pt x="2430" y="603"/>
                    <a:pt x="2460" y="603"/>
                  </a:cubicBezTo>
                  <a:cubicBezTo>
                    <a:pt x="2651" y="603"/>
                    <a:pt x="2763" y="327"/>
                    <a:pt x="2565" y="208"/>
                  </a:cubicBezTo>
                  <a:cubicBezTo>
                    <a:pt x="2299" y="66"/>
                    <a:pt x="2019" y="1"/>
                    <a:pt x="17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685;p31">
              <a:extLst>
                <a:ext uri="{FF2B5EF4-FFF2-40B4-BE49-F238E27FC236}">
                  <a16:creationId xmlns:a16="http://schemas.microsoft.com/office/drawing/2014/main" id="{74A7DDDA-AFE5-787E-40A6-0D25AA6E8F82}"/>
                </a:ext>
              </a:extLst>
            </p:cNvPr>
            <p:cNvSpPr/>
            <p:nvPr/>
          </p:nvSpPr>
          <p:spPr>
            <a:xfrm>
              <a:off x="2490628" y="2008500"/>
              <a:ext cx="64210" cy="55022"/>
            </a:xfrm>
            <a:custGeom>
              <a:avLst/>
              <a:gdLst/>
              <a:ahLst/>
              <a:cxnLst/>
              <a:rect l="l" t="t" r="r" b="b"/>
              <a:pathLst>
                <a:path w="2467" h="2114" extrusionOk="0">
                  <a:moveTo>
                    <a:pt x="1056" y="425"/>
                  </a:moveTo>
                  <a:cubicBezTo>
                    <a:pt x="1619" y="425"/>
                    <a:pt x="1904" y="1108"/>
                    <a:pt x="1502" y="1505"/>
                  </a:cubicBezTo>
                  <a:cubicBezTo>
                    <a:pt x="1374" y="1635"/>
                    <a:pt x="1216" y="1693"/>
                    <a:pt x="1060" y="1693"/>
                  </a:cubicBezTo>
                  <a:cubicBezTo>
                    <a:pt x="735" y="1693"/>
                    <a:pt x="422" y="1439"/>
                    <a:pt x="422" y="1058"/>
                  </a:cubicBezTo>
                  <a:cubicBezTo>
                    <a:pt x="422" y="710"/>
                    <a:pt x="704" y="425"/>
                    <a:pt x="1056" y="425"/>
                  </a:cubicBezTo>
                  <a:close/>
                  <a:moveTo>
                    <a:pt x="1062" y="0"/>
                  </a:moveTo>
                  <a:cubicBezTo>
                    <a:pt x="520" y="0"/>
                    <a:pt x="0" y="421"/>
                    <a:pt x="0" y="1058"/>
                  </a:cubicBezTo>
                  <a:cubicBezTo>
                    <a:pt x="0" y="1639"/>
                    <a:pt x="472" y="2114"/>
                    <a:pt x="1056" y="2114"/>
                  </a:cubicBezTo>
                  <a:cubicBezTo>
                    <a:pt x="1995" y="2114"/>
                    <a:pt x="2467" y="977"/>
                    <a:pt x="1802" y="312"/>
                  </a:cubicBezTo>
                  <a:cubicBezTo>
                    <a:pt x="1586" y="97"/>
                    <a:pt x="1321" y="0"/>
                    <a:pt x="10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686;p31">
              <a:extLst>
                <a:ext uri="{FF2B5EF4-FFF2-40B4-BE49-F238E27FC236}">
                  <a16:creationId xmlns:a16="http://schemas.microsoft.com/office/drawing/2014/main" id="{0C6DBB05-90F3-361D-7192-1FF524B4ECF9}"/>
                </a:ext>
              </a:extLst>
            </p:cNvPr>
            <p:cNvSpPr/>
            <p:nvPr/>
          </p:nvSpPr>
          <p:spPr>
            <a:xfrm>
              <a:off x="2557571" y="1994783"/>
              <a:ext cx="73450" cy="70769"/>
            </a:xfrm>
            <a:custGeom>
              <a:avLst/>
              <a:gdLst/>
              <a:ahLst/>
              <a:cxnLst/>
              <a:rect l="l" t="t" r="r" b="b"/>
              <a:pathLst>
                <a:path w="2822" h="2719" extrusionOk="0">
                  <a:moveTo>
                    <a:pt x="1358" y="421"/>
                  </a:moveTo>
                  <a:cubicBezTo>
                    <a:pt x="2192" y="421"/>
                    <a:pt x="2611" y="1431"/>
                    <a:pt x="2020" y="2018"/>
                  </a:cubicBezTo>
                  <a:cubicBezTo>
                    <a:pt x="1829" y="2210"/>
                    <a:pt x="1594" y="2296"/>
                    <a:pt x="1364" y="2296"/>
                  </a:cubicBezTo>
                  <a:cubicBezTo>
                    <a:pt x="883" y="2296"/>
                    <a:pt x="422" y="1923"/>
                    <a:pt x="422" y="1357"/>
                  </a:cubicBezTo>
                  <a:cubicBezTo>
                    <a:pt x="422" y="843"/>
                    <a:pt x="841" y="424"/>
                    <a:pt x="1358" y="421"/>
                  </a:cubicBezTo>
                  <a:close/>
                  <a:moveTo>
                    <a:pt x="1357" y="0"/>
                  </a:moveTo>
                  <a:cubicBezTo>
                    <a:pt x="1182" y="0"/>
                    <a:pt x="1005" y="34"/>
                    <a:pt x="838" y="104"/>
                  </a:cubicBezTo>
                  <a:cubicBezTo>
                    <a:pt x="331" y="315"/>
                    <a:pt x="0" y="808"/>
                    <a:pt x="0" y="1360"/>
                  </a:cubicBezTo>
                  <a:cubicBezTo>
                    <a:pt x="0" y="2110"/>
                    <a:pt x="609" y="2715"/>
                    <a:pt x="1358" y="2718"/>
                  </a:cubicBezTo>
                  <a:cubicBezTo>
                    <a:pt x="1907" y="2718"/>
                    <a:pt x="2403" y="2384"/>
                    <a:pt x="2611" y="1877"/>
                  </a:cubicBezTo>
                  <a:cubicBezTo>
                    <a:pt x="2822" y="1371"/>
                    <a:pt x="2706" y="787"/>
                    <a:pt x="2319" y="400"/>
                  </a:cubicBezTo>
                  <a:cubicBezTo>
                    <a:pt x="2058" y="138"/>
                    <a:pt x="1710" y="0"/>
                    <a:pt x="13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687;p31">
              <a:extLst>
                <a:ext uri="{FF2B5EF4-FFF2-40B4-BE49-F238E27FC236}">
                  <a16:creationId xmlns:a16="http://schemas.microsoft.com/office/drawing/2014/main" id="{C6970A6B-3EB6-7639-92C0-04DD09DE2EF3}"/>
                </a:ext>
              </a:extLst>
            </p:cNvPr>
            <p:cNvSpPr/>
            <p:nvPr/>
          </p:nvSpPr>
          <p:spPr>
            <a:xfrm>
              <a:off x="2533287" y="2076405"/>
              <a:ext cx="119258" cy="65147"/>
            </a:xfrm>
            <a:custGeom>
              <a:avLst/>
              <a:gdLst/>
              <a:ahLst/>
              <a:cxnLst/>
              <a:rect l="l" t="t" r="r" b="b"/>
              <a:pathLst>
                <a:path w="4582" h="2503" extrusionOk="0">
                  <a:moveTo>
                    <a:pt x="2288" y="423"/>
                  </a:moveTo>
                  <a:cubicBezTo>
                    <a:pt x="3238" y="423"/>
                    <a:pt x="4040" y="1137"/>
                    <a:pt x="4145" y="2080"/>
                  </a:cubicBezTo>
                  <a:lnTo>
                    <a:pt x="433" y="2080"/>
                  </a:lnTo>
                  <a:cubicBezTo>
                    <a:pt x="539" y="1137"/>
                    <a:pt x="1338" y="423"/>
                    <a:pt x="2288" y="423"/>
                  </a:cubicBezTo>
                  <a:close/>
                  <a:moveTo>
                    <a:pt x="2291" y="1"/>
                  </a:moveTo>
                  <a:cubicBezTo>
                    <a:pt x="1025" y="4"/>
                    <a:pt x="1" y="1028"/>
                    <a:pt x="1" y="2291"/>
                  </a:cubicBezTo>
                  <a:cubicBezTo>
                    <a:pt x="1" y="2411"/>
                    <a:pt x="96" y="2503"/>
                    <a:pt x="212" y="2503"/>
                  </a:cubicBezTo>
                  <a:lnTo>
                    <a:pt x="4371" y="2503"/>
                  </a:lnTo>
                  <a:cubicBezTo>
                    <a:pt x="4487" y="2503"/>
                    <a:pt x="4582" y="2411"/>
                    <a:pt x="4582" y="2291"/>
                  </a:cubicBezTo>
                  <a:cubicBezTo>
                    <a:pt x="4578" y="1028"/>
                    <a:pt x="3554" y="4"/>
                    <a:pt x="22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707;p32">
            <a:extLst>
              <a:ext uri="{FF2B5EF4-FFF2-40B4-BE49-F238E27FC236}">
                <a16:creationId xmlns:a16="http://schemas.microsoft.com/office/drawing/2014/main" id="{ACC95451-5882-4CFA-1CC5-CC82276DA785}"/>
              </a:ext>
            </a:extLst>
          </p:cNvPr>
          <p:cNvSpPr txBox="1">
            <a:spLocks/>
          </p:cNvSpPr>
          <p:nvPr/>
        </p:nvSpPr>
        <p:spPr>
          <a:xfrm>
            <a:off x="6764942" y="2767725"/>
            <a:ext cx="2241900" cy="12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arker Grotesque Medium"/>
              <a:buNone/>
              <a:defRPr sz="12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arker Grotesque Medium"/>
              <a:buNone/>
              <a:defRPr sz="12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arker Grotesque Medium"/>
              <a:buNone/>
              <a:defRPr sz="12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arker Grotesque Medium"/>
              <a:buNone/>
              <a:defRPr sz="12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arker Grotesque Medium"/>
              <a:buNone/>
              <a:defRPr sz="12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arker Grotesque Medium"/>
              <a:buNone/>
              <a:defRPr sz="12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arker Grotesque Medium"/>
              <a:buNone/>
              <a:defRPr sz="12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arker Grotesque Medium"/>
              <a:buNone/>
              <a:defRPr sz="12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arker Grotesque Medium"/>
              <a:buNone/>
              <a:defRPr sz="12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>
            <a:pPr marL="0" indent="0"/>
            <a:r>
              <a:rPr lang="ko-KR" altLang="en-US" sz="1400" dirty="0">
                <a:latin typeface="프리젠테이션 7 Bold" pitchFamily="2" charset="-127"/>
                <a:ea typeface="프리젠테이션 7 Bold" pitchFamily="2" charset="-127"/>
              </a:rPr>
              <a:t>기능별 단위 테스트 작성 및 검증</a:t>
            </a:r>
            <a:endParaRPr lang="ko-KR" altLang="en-US" sz="1400" dirty="0">
              <a:solidFill>
                <a:srgbClr val="191919"/>
              </a:solidFill>
              <a:latin typeface="프리젠테이션 7 Bold" pitchFamily="2" charset="-127"/>
              <a:ea typeface="프리젠테이션 7 Bold" pitchFamily="2" charset="-127"/>
              <a:cs typeface="Open Sans"/>
              <a:sym typeface="Open Sans"/>
            </a:endParaRPr>
          </a:p>
        </p:txBody>
      </p:sp>
      <p:sp>
        <p:nvSpPr>
          <p:cNvPr id="23" name="Google Shape;710;p32">
            <a:extLst>
              <a:ext uri="{FF2B5EF4-FFF2-40B4-BE49-F238E27FC236}">
                <a16:creationId xmlns:a16="http://schemas.microsoft.com/office/drawing/2014/main" id="{F60B48E9-86BA-3D92-5605-9A804A4335CC}"/>
              </a:ext>
            </a:extLst>
          </p:cNvPr>
          <p:cNvSpPr txBox="1">
            <a:spLocks/>
          </p:cNvSpPr>
          <p:nvPr/>
        </p:nvSpPr>
        <p:spPr>
          <a:xfrm>
            <a:off x="6765389" y="2366033"/>
            <a:ext cx="22419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8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  <a:defRPr sz="12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/>
            <a:r>
              <a:rPr lang="ko-KR" altLang="en-US" sz="2000" dirty="0">
                <a:latin typeface="프리젠테이션 8 ExtraBold" pitchFamily="2" charset="-127"/>
                <a:ea typeface="프리젠테이션 8 ExtraBold" pitchFamily="2" charset="-127"/>
              </a:rPr>
              <a:t>테스트</a:t>
            </a:r>
          </a:p>
        </p:txBody>
      </p:sp>
      <p:grpSp>
        <p:nvGrpSpPr>
          <p:cNvPr id="39" name="Google Shape;1103;p39">
            <a:extLst>
              <a:ext uri="{FF2B5EF4-FFF2-40B4-BE49-F238E27FC236}">
                <a16:creationId xmlns:a16="http://schemas.microsoft.com/office/drawing/2014/main" id="{6B853533-1278-B182-400D-409B928FF297}"/>
              </a:ext>
            </a:extLst>
          </p:cNvPr>
          <p:cNvGrpSpPr/>
          <p:nvPr/>
        </p:nvGrpSpPr>
        <p:grpSpPr>
          <a:xfrm>
            <a:off x="7675162" y="1831223"/>
            <a:ext cx="386455" cy="287569"/>
            <a:chOff x="5197967" y="3714018"/>
            <a:chExt cx="386455" cy="287569"/>
          </a:xfrm>
        </p:grpSpPr>
        <p:sp>
          <p:nvSpPr>
            <p:cNvPr id="40" name="Google Shape;1104;p39">
              <a:extLst>
                <a:ext uri="{FF2B5EF4-FFF2-40B4-BE49-F238E27FC236}">
                  <a16:creationId xmlns:a16="http://schemas.microsoft.com/office/drawing/2014/main" id="{350BFDAF-9202-4169-13E7-5039F48CC6A4}"/>
                </a:ext>
              </a:extLst>
            </p:cNvPr>
            <p:cNvSpPr/>
            <p:nvPr/>
          </p:nvSpPr>
          <p:spPr>
            <a:xfrm>
              <a:off x="5204595" y="3720148"/>
              <a:ext cx="373200" cy="275336"/>
            </a:xfrm>
            <a:custGeom>
              <a:avLst/>
              <a:gdLst/>
              <a:ahLst/>
              <a:cxnLst/>
              <a:rect l="l" t="t" r="r" b="b"/>
              <a:pathLst>
                <a:path w="14247" h="10511" extrusionOk="0">
                  <a:moveTo>
                    <a:pt x="12053" y="1"/>
                  </a:moveTo>
                  <a:lnTo>
                    <a:pt x="5600" y="6450"/>
                  </a:lnTo>
                  <a:cubicBezTo>
                    <a:pt x="5515" y="6537"/>
                    <a:pt x="5401" y="6581"/>
                    <a:pt x="5287" y="6581"/>
                  </a:cubicBezTo>
                  <a:cubicBezTo>
                    <a:pt x="5173" y="6581"/>
                    <a:pt x="5059" y="6537"/>
                    <a:pt x="4973" y="6450"/>
                  </a:cubicBezTo>
                  <a:lnTo>
                    <a:pt x="2194" y="3674"/>
                  </a:lnTo>
                  <a:lnTo>
                    <a:pt x="1" y="5867"/>
                  </a:lnTo>
                  <a:lnTo>
                    <a:pt x="4188" y="10055"/>
                  </a:lnTo>
                  <a:cubicBezTo>
                    <a:pt x="4480" y="10346"/>
                    <a:pt x="4874" y="10511"/>
                    <a:pt x="5288" y="10511"/>
                  </a:cubicBezTo>
                  <a:cubicBezTo>
                    <a:pt x="5700" y="10511"/>
                    <a:pt x="6094" y="10346"/>
                    <a:pt x="6385" y="10055"/>
                  </a:cubicBezTo>
                  <a:lnTo>
                    <a:pt x="14246" y="2194"/>
                  </a:lnTo>
                  <a:lnTo>
                    <a:pt x="120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105;p39">
              <a:extLst>
                <a:ext uri="{FF2B5EF4-FFF2-40B4-BE49-F238E27FC236}">
                  <a16:creationId xmlns:a16="http://schemas.microsoft.com/office/drawing/2014/main" id="{E77C70C6-54F0-B2D3-A54D-B73FDE114D67}"/>
                </a:ext>
              </a:extLst>
            </p:cNvPr>
            <p:cNvSpPr/>
            <p:nvPr/>
          </p:nvSpPr>
          <p:spPr>
            <a:xfrm>
              <a:off x="5319591" y="3758576"/>
              <a:ext cx="258204" cy="236908"/>
            </a:xfrm>
            <a:custGeom>
              <a:avLst/>
              <a:gdLst/>
              <a:ahLst/>
              <a:cxnLst/>
              <a:rect l="l" t="t" r="r" b="b"/>
              <a:pathLst>
                <a:path w="9857" h="9044" extrusionOk="0">
                  <a:moveTo>
                    <a:pt x="9130" y="0"/>
                  </a:moveTo>
                  <a:lnTo>
                    <a:pt x="830" y="8300"/>
                  </a:lnTo>
                  <a:cubicBezTo>
                    <a:pt x="604" y="8530"/>
                    <a:pt x="316" y="8687"/>
                    <a:pt x="1" y="8756"/>
                  </a:cubicBezTo>
                  <a:cubicBezTo>
                    <a:pt x="261" y="8941"/>
                    <a:pt x="576" y="9044"/>
                    <a:pt x="898" y="9044"/>
                  </a:cubicBezTo>
                  <a:cubicBezTo>
                    <a:pt x="1310" y="9044"/>
                    <a:pt x="1704" y="8879"/>
                    <a:pt x="1995" y="8588"/>
                  </a:cubicBezTo>
                  <a:lnTo>
                    <a:pt x="9856" y="727"/>
                  </a:lnTo>
                  <a:lnTo>
                    <a:pt x="9130" y="0"/>
                  </a:lnTo>
                  <a:close/>
                </a:path>
              </a:pathLst>
            </a:custGeom>
            <a:solidFill>
              <a:srgbClr val="383838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106;p39">
              <a:extLst>
                <a:ext uri="{FF2B5EF4-FFF2-40B4-BE49-F238E27FC236}">
                  <a16:creationId xmlns:a16="http://schemas.microsoft.com/office/drawing/2014/main" id="{85DBD218-97A6-ECE0-64DC-FA9413843542}"/>
                </a:ext>
              </a:extLst>
            </p:cNvPr>
            <p:cNvSpPr/>
            <p:nvPr/>
          </p:nvSpPr>
          <p:spPr>
            <a:xfrm>
              <a:off x="5197967" y="3810259"/>
              <a:ext cx="323299" cy="191328"/>
            </a:xfrm>
            <a:custGeom>
              <a:avLst/>
              <a:gdLst/>
              <a:ahLst/>
              <a:cxnLst/>
              <a:rect l="l" t="t" r="r" b="b"/>
              <a:pathLst>
                <a:path w="12342" h="7304" extrusionOk="0">
                  <a:moveTo>
                    <a:pt x="2449" y="0"/>
                  </a:moveTo>
                  <a:cubicBezTo>
                    <a:pt x="2390" y="0"/>
                    <a:pt x="2331" y="23"/>
                    <a:pt x="2286" y="70"/>
                  </a:cubicBezTo>
                  <a:lnTo>
                    <a:pt x="89" y="2263"/>
                  </a:lnTo>
                  <a:cubicBezTo>
                    <a:pt x="0" y="2352"/>
                    <a:pt x="0" y="2499"/>
                    <a:pt x="89" y="2592"/>
                  </a:cubicBezTo>
                  <a:lnTo>
                    <a:pt x="4280" y="6779"/>
                  </a:lnTo>
                  <a:cubicBezTo>
                    <a:pt x="4613" y="7115"/>
                    <a:pt x="5065" y="7304"/>
                    <a:pt x="5541" y="7304"/>
                  </a:cubicBezTo>
                  <a:cubicBezTo>
                    <a:pt x="6014" y="7304"/>
                    <a:pt x="6470" y="7115"/>
                    <a:pt x="6803" y="6779"/>
                  </a:cubicBezTo>
                  <a:lnTo>
                    <a:pt x="12176" y="1410"/>
                  </a:lnTo>
                  <a:cubicBezTo>
                    <a:pt x="12341" y="1241"/>
                    <a:pt x="12186" y="1008"/>
                    <a:pt x="12007" y="1008"/>
                  </a:cubicBezTo>
                  <a:cubicBezTo>
                    <a:pt x="11953" y="1008"/>
                    <a:pt x="11897" y="1030"/>
                    <a:pt x="11847" y="1081"/>
                  </a:cubicBezTo>
                  <a:lnTo>
                    <a:pt x="6474" y="6450"/>
                  </a:lnTo>
                  <a:cubicBezTo>
                    <a:pt x="6215" y="6707"/>
                    <a:pt x="5877" y="6836"/>
                    <a:pt x="5540" y="6836"/>
                  </a:cubicBezTo>
                  <a:cubicBezTo>
                    <a:pt x="5203" y="6836"/>
                    <a:pt x="4866" y="6707"/>
                    <a:pt x="4609" y="6450"/>
                  </a:cubicBezTo>
                  <a:lnTo>
                    <a:pt x="586" y="2427"/>
                  </a:lnTo>
                  <a:lnTo>
                    <a:pt x="2451" y="563"/>
                  </a:lnTo>
                  <a:lnTo>
                    <a:pt x="3108" y="1221"/>
                  </a:lnTo>
                  <a:cubicBezTo>
                    <a:pt x="3159" y="1272"/>
                    <a:pt x="3216" y="1293"/>
                    <a:pt x="3271" y="1293"/>
                  </a:cubicBezTo>
                  <a:cubicBezTo>
                    <a:pt x="3451" y="1293"/>
                    <a:pt x="3606" y="1060"/>
                    <a:pt x="3437" y="892"/>
                  </a:cubicBezTo>
                  <a:lnTo>
                    <a:pt x="2615" y="70"/>
                  </a:lnTo>
                  <a:cubicBezTo>
                    <a:pt x="2569" y="23"/>
                    <a:pt x="2509" y="0"/>
                    <a:pt x="24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107;p39">
              <a:extLst>
                <a:ext uri="{FF2B5EF4-FFF2-40B4-BE49-F238E27FC236}">
                  <a16:creationId xmlns:a16="http://schemas.microsoft.com/office/drawing/2014/main" id="{FE164460-837C-B06E-B482-7C2B19A95583}"/>
                </a:ext>
              </a:extLst>
            </p:cNvPr>
            <p:cNvSpPr/>
            <p:nvPr/>
          </p:nvSpPr>
          <p:spPr>
            <a:xfrm>
              <a:off x="5292217" y="3714018"/>
              <a:ext cx="292205" cy="184622"/>
            </a:xfrm>
            <a:custGeom>
              <a:avLst/>
              <a:gdLst/>
              <a:ahLst/>
              <a:cxnLst/>
              <a:rect l="l" t="t" r="r" b="b"/>
              <a:pathLst>
                <a:path w="11155" h="7048" extrusionOk="0">
                  <a:moveTo>
                    <a:pt x="8706" y="1"/>
                  </a:moveTo>
                  <a:cubicBezTo>
                    <a:pt x="8646" y="1"/>
                    <a:pt x="8586" y="24"/>
                    <a:pt x="8540" y="70"/>
                  </a:cubicBezTo>
                  <a:lnTo>
                    <a:pt x="2091" y="6519"/>
                  </a:lnTo>
                  <a:cubicBezTo>
                    <a:pt x="2050" y="6560"/>
                    <a:pt x="1996" y="6581"/>
                    <a:pt x="1942" y="6581"/>
                  </a:cubicBezTo>
                  <a:cubicBezTo>
                    <a:pt x="1888" y="6581"/>
                    <a:pt x="1834" y="6560"/>
                    <a:pt x="1793" y="6519"/>
                  </a:cubicBezTo>
                  <a:lnTo>
                    <a:pt x="497" y="5224"/>
                  </a:lnTo>
                  <a:cubicBezTo>
                    <a:pt x="446" y="5173"/>
                    <a:pt x="390" y="5152"/>
                    <a:pt x="335" y="5152"/>
                  </a:cubicBezTo>
                  <a:cubicBezTo>
                    <a:pt x="155" y="5152"/>
                    <a:pt x="0" y="5385"/>
                    <a:pt x="168" y="5553"/>
                  </a:cubicBezTo>
                  <a:lnTo>
                    <a:pt x="1464" y="6848"/>
                  </a:lnTo>
                  <a:cubicBezTo>
                    <a:pt x="1591" y="6975"/>
                    <a:pt x="1762" y="7047"/>
                    <a:pt x="1943" y="7047"/>
                  </a:cubicBezTo>
                  <a:cubicBezTo>
                    <a:pt x="2122" y="7047"/>
                    <a:pt x="2293" y="6975"/>
                    <a:pt x="2423" y="6848"/>
                  </a:cubicBezTo>
                  <a:lnTo>
                    <a:pt x="8708" y="564"/>
                  </a:lnTo>
                  <a:lnTo>
                    <a:pt x="10572" y="2428"/>
                  </a:lnTo>
                  <a:lnTo>
                    <a:pt x="8903" y="4097"/>
                  </a:lnTo>
                  <a:cubicBezTo>
                    <a:pt x="8735" y="4265"/>
                    <a:pt x="8890" y="4498"/>
                    <a:pt x="9070" y="4498"/>
                  </a:cubicBezTo>
                  <a:cubicBezTo>
                    <a:pt x="9124" y="4498"/>
                    <a:pt x="9181" y="4477"/>
                    <a:pt x="9232" y="4426"/>
                  </a:cubicBezTo>
                  <a:lnTo>
                    <a:pt x="11066" y="2592"/>
                  </a:lnTo>
                  <a:cubicBezTo>
                    <a:pt x="11155" y="2500"/>
                    <a:pt x="11155" y="2356"/>
                    <a:pt x="11066" y="2263"/>
                  </a:cubicBezTo>
                  <a:lnTo>
                    <a:pt x="8869" y="70"/>
                  </a:lnTo>
                  <a:cubicBezTo>
                    <a:pt x="8824" y="24"/>
                    <a:pt x="8765" y="1"/>
                    <a:pt x="87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>
          <a:extLst>
            <a:ext uri="{FF2B5EF4-FFF2-40B4-BE49-F238E27FC236}">
              <a16:creationId xmlns:a16="http://schemas.microsoft.com/office/drawing/2014/main" id="{DBB71EA2-6380-B2FF-D298-06A9BB11E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2">
            <a:extLst>
              <a:ext uri="{FF2B5EF4-FFF2-40B4-BE49-F238E27FC236}">
                <a16:creationId xmlns:a16="http://schemas.microsoft.com/office/drawing/2014/main" id="{C8D74AA7-2622-70F0-E5AF-78B32FA40A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6164" y="52542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latin typeface="프리젠테이션 8 ExtraBold" pitchFamily="2" charset="-127"/>
                <a:ea typeface="프리젠테이션 8 ExtraBold" pitchFamily="2" charset="-127"/>
              </a:rPr>
              <a:t>깃 관리 전략</a:t>
            </a:r>
            <a:endParaRPr sz="3000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755" name="Google Shape;755;p32">
            <a:extLst>
              <a:ext uri="{FF2B5EF4-FFF2-40B4-BE49-F238E27FC236}">
                <a16:creationId xmlns:a16="http://schemas.microsoft.com/office/drawing/2014/main" id="{C80F5C25-D126-E80E-35BD-2B224BEF4B04}"/>
              </a:ext>
            </a:extLst>
          </p:cNvPr>
          <p:cNvGrpSpPr/>
          <p:nvPr/>
        </p:nvGrpSpPr>
        <p:grpSpPr>
          <a:xfrm>
            <a:off x="375656" y="542554"/>
            <a:ext cx="534661" cy="538432"/>
            <a:chOff x="276382" y="1174752"/>
            <a:chExt cx="895027" cy="894940"/>
          </a:xfrm>
        </p:grpSpPr>
        <p:grpSp>
          <p:nvGrpSpPr>
            <p:cNvPr id="756" name="Google Shape;756;p32">
              <a:extLst>
                <a:ext uri="{FF2B5EF4-FFF2-40B4-BE49-F238E27FC236}">
                  <a16:creationId xmlns:a16="http://schemas.microsoft.com/office/drawing/2014/main" id="{4018AC0A-C58F-842D-1172-8158E86F392A}"/>
                </a:ext>
              </a:extLst>
            </p:cNvPr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757" name="Google Shape;757;p32">
                <a:extLst>
                  <a:ext uri="{FF2B5EF4-FFF2-40B4-BE49-F238E27FC236}">
                    <a16:creationId xmlns:a16="http://schemas.microsoft.com/office/drawing/2014/main" id="{DB81BC61-5CBF-798E-7FCD-307EF397868A}"/>
                  </a:ext>
                </a:extLst>
              </p:cNvPr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2">
                <a:extLst>
                  <a:ext uri="{FF2B5EF4-FFF2-40B4-BE49-F238E27FC236}">
                    <a16:creationId xmlns:a16="http://schemas.microsoft.com/office/drawing/2014/main" id="{5B1524C4-36D0-40F2-781A-F331667BCF41}"/>
                  </a:ext>
                </a:extLst>
              </p:cNvPr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59" name="Google Shape;759;p32">
              <a:extLst>
                <a:ext uri="{FF2B5EF4-FFF2-40B4-BE49-F238E27FC236}">
                  <a16:creationId xmlns:a16="http://schemas.microsoft.com/office/drawing/2014/main" id="{6143138F-6786-4C31-9760-0D9F3AC0F485}"/>
                </a:ext>
              </a:extLst>
            </p:cNvPr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2B559A98-C2A8-883C-7046-575EC95D0F68}"/>
              </a:ext>
            </a:extLst>
          </p:cNvPr>
          <p:cNvSpPr txBox="1"/>
          <p:nvPr/>
        </p:nvSpPr>
        <p:spPr>
          <a:xfrm>
            <a:off x="511068" y="1155344"/>
            <a:ext cx="4414028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endParaRPr lang="en-US" altLang="ko-KR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Main 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브런치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: 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실제 운영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배포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) </a:t>
            </a:r>
            <a:r>
              <a:rPr lang="ko-KR" altLang="en-US" dirty="0" err="1">
                <a:latin typeface="프리젠테이션 6 SemiBold" pitchFamily="2" charset="-127"/>
                <a:ea typeface="프리젠테이션 6 SemiBold" pitchFamily="2" charset="-127"/>
              </a:rPr>
              <a:t>브랜치</a:t>
            </a:r>
            <a:endParaRPr lang="en-US" altLang="ko-KR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Develop 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브런치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:  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기능 개발 및 통합 작업 진행</a:t>
            </a:r>
            <a:endParaRPr lang="en-US" altLang="ko-KR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Merge 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방식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: </a:t>
            </a:r>
            <a:r>
              <a:rPr lang="en-US" altLang="ko-KR" b="1" dirty="0">
                <a:latin typeface="프리젠테이션 6 SemiBold" pitchFamily="2" charset="-127"/>
                <a:ea typeface="프리젠테이션 6 SemiBold" pitchFamily="2" charset="-127"/>
              </a:rPr>
              <a:t>Pull Request </a:t>
            </a:r>
            <a:r>
              <a:rPr lang="ko-KR" altLang="en-US" b="1" dirty="0">
                <a:latin typeface="프리젠테이션 6 SemiBold" pitchFamily="2" charset="-127"/>
                <a:ea typeface="프리젠테이션 6 SemiBold" pitchFamily="2" charset="-127"/>
              </a:rPr>
              <a:t>기반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, develop 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코드 리뷰 후 병합</a:t>
            </a:r>
            <a:endParaRPr lang="en-US" altLang="ko-KR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충돌 발생 시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: </a:t>
            </a:r>
            <a:r>
              <a:rPr lang="ko-KR" altLang="en-US" b="1" dirty="0">
                <a:latin typeface="프리젠테이션 6 SemiBold" pitchFamily="2" charset="-127"/>
                <a:ea typeface="프리젠테이션 6 SemiBold" pitchFamily="2" charset="-127"/>
              </a:rPr>
              <a:t>사전 협의 및 충돌 해결 후 </a:t>
            </a:r>
            <a:r>
              <a:rPr lang="en-US" altLang="ko-KR" b="1" dirty="0">
                <a:latin typeface="프리젠테이션 6 SemiBold" pitchFamily="2" charset="-127"/>
                <a:ea typeface="프리젠테이션 6 SemiBold" pitchFamily="2" charset="-127"/>
              </a:rPr>
              <a:t>merge</a:t>
            </a:r>
            <a:endParaRPr lang="ko-KR" altLang="en-US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SourceTree: Git GUI 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도구인 </a:t>
            </a:r>
            <a:r>
              <a:rPr lang="en-US" altLang="ko-KR" b="1" dirty="0">
                <a:latin typeface="프리젠테이션 6 SemiBold" pitchFamily="2" charset="-127"/>
                <a:ea typeface="프리젠테이션 6 SemiBold" pitchFamily="2" charset="-127"/>
              </a:rPr>
              <a:t>SourceTree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를 사용하여 </a:t>
            </a:r>
            <a:r>
              <a:rPr lang="ko-KR" altLang="en-US" dirty="0" err="1">
                <a:latin typeface="프리젠테이션 6 SemiBold" pitchFamily="2" charset="-127"/>
                <a:ea typeface="프리젠테이션 6 SemiBold" pitchFamily="2" charset="-127"/>
              </a:rPr>
              <a:t>커밋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푸시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병합 등의 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Git 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작업을 시각적으로 관리</a:t>
            </a:r>
            <a:endParaRPr lang="en-US" altLang="ko-KR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8FD8F8A-B8FF-4AFD-08FA-A8C6B6ADD380}"/>
              </a:ext>
            </a:extLst>
          </p:cNvPr>
          <p:cNvSpPr txBox="1"/>
          <p:nvPr/>
        </p:nvSpPr>
        <p:spPr>
          <a:xfrm>
            <a:off x="4987901" y="744955"/>
            <a:ext cx="45741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ko-KR" altLang="en-US" dirty="0" err="1">
                <a:latin typeface="프리젠테이션 6 SemiBold" pitchFamily="2" charset="-127"/>
                <a:ea typeface="프리젠테이션 6 SemiBold" pitchFamily="2" charset="-127"/>
              </a:rPr>
              <a:t>커밋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 메시지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: 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협업 및 추적을 용이하게 하기 위해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다음과 같이 </a:t>
            </a:r>
            <a:r>
              <a:rPr lang="ko-KR" altLang="en-US" dirty="0" err="1">
                <a:latin typeface="프리젠테이션 6 SemiBold" pitchFamily="2" charset="-127"/>
                <a:ea typeface="프리젠테이션 6 SemiBold" pitchFamily="2" charset="-127"/>
              </a:rPr>
              <a:t>커밋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  메시지를 정하였습니다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99E29871-01FF-8F86-6220-91634E5E43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2555" y="1374687"/>
            <a:ext cx="4055941" cy="280933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9FDC1A5-96DA-EF69-EFF5-89622B7F69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577" y="879848"/>
            <a:ext cx="7844677" cy="360565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18044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EB04FF44-C213-F2CF-B7F0-E10AFDCD3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0">
            <a:extLst>
              <a:ext uri="{FF2B5EF4-FFF2-40B4-BE49-F238E27FC236}">
                <a16:creationId xmlns:a16="http://schemas.microsoft.com/office/drawing/2014/main" id="{00297FAC-D3EF-C88E-26F2-2746DC9002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5" y="2600850"/>
            <a:ext cx="3473400" cy="7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프리젠테이션 7 Bold" pitchFamily="2" charset="-127"/>
                <a:ea typeface="프리젠테이션 7 Bold" pitchFamily="2" charset="-127"/>
              </a:rPr>
              <a:t>시스템 구성도</a:t>
            </a:r>
            <a:endParaRPr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603" name="Google Shape;603;p30">
            <a:extLst>
              <a:ext uri="{FF2B5EF4-FFF2-40B4-BE49-F238E27FC236}">
                <a16:creationId xmlns:a16="http://schemas.microsoft.com/office/drawing/2014/main" id="{8791D957-69D2-159E-3737-5FACDD42802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101075" y="1759050"/>
            <a:ext cx="1094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프리젠테이션 7 Bold" pitchFamily="2" charset="-127"/>
                <a:ea typeface="프리젠테이션 7 Bold" pitchFamily="2" charset="-127"/>
              </a:rPr>
              <a:t>03</a:t>
            </a:r>
            <a:endParaRPr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grpSp>
        <p:nvGrpSpPr>
          <p:cNvPr id="604" name="Google Shape;604;p30">
            <a:extLst>
              <a:ext uri="{FF2B5EF4-FFF2-40B4-BE49-F238E27FC236}">
                <a16:creationId xmlns:a16="http://schemas.microsoft.com/office/drawing/2014/main" id="{08BB1377-058C-BA48-44E9-2E4E420DF042}"/>
              </a:ext>
            </a:extLst>
          </p:cNvPr>
          <p:cNvGrpSpPr/>
          <p:nvPr/>
        </p:nvGrpSpPr>
        <p:grpSpPr>
          <a:xfrm>
            <a:off x="4650882" y="579112"/>
            <a:ext cx="4163279" cy="3520343"/>
            <a:chOff x="4650882" y="579112"/>
            <a:chExt cx="4163279" cy="3520343"/>
          </a:xfrm>
        </p:grpSpPr>
        <p:cxnSp>
          <p:nvCxnSpPr>
            <p:cNvPr id="605" name="Google Shape;605;p30">
              <a:extLst>
                <a:ext uri="{FF2B5EF4-FFF2-40B4-BE49-F238E27FC236}">
                  <a16:creationId xmlns:a16="http://schemas.microsoft.com/office/drawing/2014/main" id="{416E1911-E1DA-54FC-858D-2E24E7BB3D6D}"/>
                </a:ext>
              </a:extLst>
            </p:cNvPr>
            <p:cNvCxnSpPr/>
            <p:nvPr/>
          </p:nvCxnSpPr>
          <p:spPr>
            <a:xfrm rot="10800000" flipH="1">
              <a:off x="6811025" y="1213575"/>
              <a:ext cx="704700" cy="71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06" name="Google Shape;606;p30">
              <a:extLst>
                <a:ext uri="{FF2B5EF4-FFF2-40B4-BE49-F238E27FC236}">
                  <a16:creationId xmlns:a16="http://schemas.microsoft.com/office/drawing/2014/main" id="{8C34A9AD-9847-F6B6-371C-9411ED00B466}"/>
                </a:ext>
              </a:extLst>
            </p:cNvPr>
            <p:cNvGrpSpPr/>
            <p:nvPr/>
          </p:nvGrpSpPr>
          <p:grpSpPr>
            <a:xfrm>
              <a:off x="4937665" y="1388258"/>
              <a:ext cx="3876496" cy="2711197"/>
              <a:chOff x="5731926" y="1591700"/>
              <a:chExt cx="3294939" cy="2304460"/>
            </a:xfrm>
          </p:grpSpPr>
          <p:sp>
            <p:nvSpPr>
              <p:cNvPr id="607" name="Google Shape;607;p30">
                <a:extLst>
                  <a:ext uri="{FF2B5EF4-FFF2-40B4-BE49-F238E27FC236}">
                    <a16:creationId xmlns:a16="http://schemas.microsoft.com/office/drawing/2014/main" id="{2E38ADF3-75BB-4B92-0B2D-4A8B2BD07336}"/>
                  </a:ext>
                </a:extLst>
              </p:cNvPr>
              <p:cNvSpPr/>
              <p:nvPr/>
            </p:nvSpPr>
            <p:spPr>
              <a:xfrm>
                <a:off x="8136453" y="2411771"/>
                <a:ext cx="820698" cy="820729"/>
              </a:xfrm>
              <a:custGeom>
                <a:avLst/>
                <a:gdLst/>
                <a:ahLst/>
                <a:cxnLst/>
                <a:rect l="l" t="t" r="r" b="b"/>
                <a:pathLst>
                  <a:path w="12693" h="12693" extrusionOk="0">
                    <a:moveTo>
                      <a:pt x="1" y="12693"/>
                    </a:moveTo>
                    <a:lnTo>
                      <a:pt x="12693" y="1"/>
                    </a:lnTo>
                  </a:path>
                </a:pathLst>
              </a:custGeom>
              <a:solidFill>
                <a:srgbClr val="495F8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30">
                <a:extLst>
                  <a:ext uri="{FF2B5EF4-FFF2-40B4-BE49-F238E27FC236}">
                    <a16:creationId xmlns:a16="http://schemas.microsoft.com/office/drawing/2014/main" id="{B23A7FC1-E2E7-7E99-AC48-6AB02AF91C94}"/>
                  </a:ext>
                </a:extLst>
              </p:cNvPr>
              <p:cNvSpPr/>
              <p:nvPr/>
            </p:nvSpPr>
            <p:spPr>
              <a:xfrm>
                <a:off x="8136453" y="2411771"/>
                <a:ext cx="820698" cy="820729"/>
              </a:xfrm>
              <a:custGeom>
                <a:avLst/>
                <a:gdLst/>
                <a:ahLst/>
                <a:cxnLst/>
                <a:rect l="l" t="t" r="r" b="b"/>
                <a:pathLst>
                  <a:path w="12693" h="12693" fill="none" extrusionOk="0">
                    <a:moveTo>
                      <a:pt x="1" y="12693"/>
                    </a:moveTo>
                    <a:lnTo>
                      <a:pt x="12693" y="1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0">
                <a:extLst>
                  <a:ext uri="{FF2B5EF4-FFF2-40B4-BE49-F238E27FC236}">
                    <a16:creationId xmlns:a16="http://schemas.microsoft.com/office/drawing/2014/main" id="{32F0C466-FF08-FE53-3CB1-7C3FC69B929C}"/>
                  </a:ext>
                </a:extLst>
              </p:cNvPr>
              <p:cNvSpPr/>
              <p:nvPr/>
            </p:nvSpPr>
            <p:spPr>
              <a:xfrm>
                <a:off x="5731926" y="2259046"/>
                <a:ext cx="2396013" cy="999773"/>
              </a:xfrm>
              <a:custGeom>
                <a:avLst/>
                <a:gdLst/>
                <a:ahLst/>
                <a:cxnLst/>
                <a:rect l="l" t="t" r="r" b="b"/>
                <a:pathLst>
                  <a:path w="37057" h="15462" fill="none" extrusionOk="0">
                    <a:moveTo>
                      <a:pt x="0" y="15263"/>
                    </a:moveTo>
                    <a:lnTo>
                      <a:pt x="19771" y="0"/>
                    </a:lnTo>
                    <a:lnTo>
                      <a:pt x="37056" y="15461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30">
                <a:extLst>
                  <a:ext uri="{FF2B5EF4-FFF2-40B4-BE49-F238E27FC236}">
                    <a16:creationId xmlns:a16="http://schemas.microsoft.com/office/drawing/2014/main" id="{CAC092CC-A3DD-1F60-FA63-E6518A56BF84}"/>
                  </a:ext>
                </a:extLst>
              </p:cNvPr>
              <p:cNvSpPr/>
              <p:nvPr/>
            </p:nvSpPr>
            <p:spPr>
              <a:xfrm>
                <a:off x="6949190" y="2774121"/>
                <a:ext cx="113668" cy="1004105"/>
              </a:xfrm>
              <a:custGeom>
                <a:avLst/>
                <a:gdLst/>
                <a:ahLst/>
                <a:cxnLst/>
                <a:rect l="l" t="t" r="r" b="b"/>
                <a:pathLst>
                  <a:path w="1758" h="15529" extrusionOk="0">
                    <a:moveTo>
                      <a:pt x="0" y="1"/>
                    </a:moveTo>
                    <a:lnTo>
                      <a:pt x="0" y="15528"/>
                    </a:lnTo>
                    <a:lnTo>
                      <a:pt x="1758" y="15528"/>
                    </a:lnTo>
                    <a:lnTo>
                      <a:pt x="1758" y="1"/>
                    </a:ln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30">
                <a:extLst>
                  <a:ext uri="{FF2B5EF4-FFF2-40B4-BE49-F238E27FC236}">
                    <a16:creationId xmlns:a16="http://schemas.microsoft.com/office/drawing/2014/main" id="{BEE8499A-AB4C-9F3B-3DCA-8C317C2A0FD5}"/>
                  </a:ext>
                </a:extLst>
              </p:cNvPr>
              <p:cNvSpPr/>
              <p:nvPr/>
            </p:nvSpPr>
            <p:spPr>
              <a:xfrm>
                <a:off x="6888088" y="3193370"/>
                <a:ext cx="235871" cy="702790"/>
              </a:xfrm>
              <a:custGeom>
                <a:avLst/>
                <a:gdLst/>
                <a:ahLst/>
                <a:cxnLst/>
                <a:rect l="l" t="t" r="r" b="b"/>
                <a:pathLst>
                  <a:path w="3648" h="10869" extrusionOk="0">
                    <a:moveTo>
                      <a:pt x="0" y="0"/>
                    </a:moveTo>
                    <a:lnTo>
                      <a:pt x="0" y="10868"/>
                    </a:lnTo>
                    <a:lnTo>
                      <a:pt x="3648" y="10868"/>
                    </a:lnTo>
                    <a:lnTo>
                      <a:pt x="3648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30">
                <a:extLst>
                  <a:ext uri="{FF2B5EF4-FFF2-40B4-BE49-F238E27FC236}">
                    <a16:creationId xmlns:a16="http://schemas.microsoft.com/office/drawing/2014/main" id="{710CBDDE-980C-1C64-6A2C-E8821250D4B1}"/>
                  </a:ext>
                </a:extLst>
              </p:cNvPr>
              <p:cNvSpPr/>
              <p:nvPr/>
            </p:nvSpPr>
            <p:spPr>
              <a:xfrm>
                <a:off x="6888088" y="3101684"/>
                <a:ext cx="235871" cy="91753"/>
              </a:xfrm>
              <a:custGeom>
                <a:avLst/>
                <a:gdLst/>
                <a:ahLst/>
                <a:cxnLst/>
                <a:rect l="l" t="t" r="r" b="b"/>
                <a:pathLst>
                  <a:path w="3648" h="1419" extrusionOk="0">
                    <a:moveTo>
                      <a:pt x="0" y="0"/>
                    </a:moveTo>
                    <a:lnTo>
                      <a:pt x="0" y="1418"/>
                    </a:lnTo>
                    <a:lnTo>
                      <a:pt x="3648" y="1418"/>
                    </a:lnTo>
                    <a:lnTo>
                      <a:pt x="364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30">
                <a:extLst>
                  <a:ext uri="{FF2B5EF4-FFF2-40B4-BE49-F238E27FC236}">
                    <a16:creationId xmlns:a16="http://schemas.microsoft.com/office/drawing/2014/main" id="{8599925E-0BB7-5975-CCA0-02BEBC5E711D}"/>
                  </a:ext>
                </a:extLst>
              </p:cNvPr>
              <p:cNvSpPr/>
              <p:nvPr/>
            </p:nvSpPr>
            <p:spPr>
              <a:xfrm>
                <a:off x="6377801" y="1591700"/>
                <a:ext cx="1257006" cy="1257055"/>
              </a:xfrm>
              <a:custGeom>
                <a:avLst/>
                <a:gdLst/>
                <a:ahLst/>
                <a:cxnLst/>
                <a:rect l="l" t="t" r="r" b="b"/>
                <a:pathLst>
                  <a:path w="19441" h="19441" extrusionOk="0">
                    <a:moveTo>
                      <a:pt x="9716" y="1"/>
                    </a:moveTo>
                    <a:cubicBezTo>
                      <a:pt x="4348" y="1"/>
                      <a:pt x="1" y="4348"/>
                      <a:pt x="1" y="9716"/>
                    </a:cubicBezTo>
                    <a:cubicBezTo>
                      <a:pt x="1" y="15084"/>
                      <a:pt x="4348" y="19441"/>
                      <a:pt x="9716" y="19441"/>
                    </a:cubicBezTo>
                    <a:cubicBezTo>
                      <a:pt x="15084" y="19441"/>
                      <a:pt x="19441" y="15084"/>
                      <a:pt x="19441" y="9716"/>
                    </a:cubicBezTo>
                    <a:cubicBezTo>
                      <a:pt x="19441" y="4348"/>
                      <a:pt x="15084" y="1"/>
                      <a:pt x="971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30">
                <a:extLst>
                  <a:ext uri="{FF2B5EF4-FFF2-40B4-BE49-F238E27FC236}">
                    <a16:creationId xmlns:a16="http://schemas.microsoft.com/office/drawing/2014/main" id="{17B344CA-F360-D4F6-A9FD-B89102505C08}"/>
                  </a:ext>
                </a:extLst>
              </p:cNvPr>
              <p:cNvSpPr/>
              <p:nvPr/>
            </p:nvSpPr>
            <p:spPr>
              <a:xfrm>
                <a:off x="6464573" y="1678472"/>
                <a:ext cx="1082884" cy="1082926"/>
              </a:xfrm>
              <a:custGeom>
                <a:avLst/>
                <a:gdLst/>
                <a:ahLst/>
                <a:cxnLst/>
                <a:rect l="l" t="t" r="r" b="b"/>
                <a:pathLst>
                  <a:path w="16748" h="16748" extrusionOk="0">
                    <a:moveTo>
                      <a:pt x="8374" y="1"/>
                    </a:moveTo>
                    <a:cubicBezTo>
                      <a:pt x="3753" y="1"/>
                      <a:pt x="1" y="3753"/>
                      <a:pt x="1" y="8374"/>
                    </a:cubicBezTo>
                    <a:cubicBezTo>
                      <a:pt x="1" y="12996"/>
                      <a:pt x="3753" y="16747"/>
                      <a:pt x="8374" y="16747"/>
                    </a:cubicBezTo>
                    <a:cubicBezTo>
                      <a:pt x="12995" y="16747"/>
                      <a:pt x="16747" y="12996"/>
                      <a:pt x="16747" y="8374"/>
                    </a:cubicBezTo>
                    <a:cubicBezTo>
                      <a:pt x="16747" y="3753"/>
                      <a:pt x="12995" y="1"/>
                      <a:pt x="83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30">
                <a:extLst>
                  <a:ext uri="{FF2B5EF4-FFF2-40B4-BE49-F238E27FC236}">
                    <a16:creationId xmlns:a16="http://schemas.microsoft.com/office/drawing/2014/main" id="{D8D4EE4F-CBA0-0A8E-E9F8-04CEC1685A77}"/>
                  </a:ext>
                </a:extLst>
              </p:cNvPr>
              <p:cNvSpPr/>
              <p:nvPr/>
            </p:nvSpPr>
            <p:spPr>
              <a:xfrm>
                <a:off x="8889920" y="2356811"/>
                <a:ext cx="136945" cy="136950"/>
              </a:xfrm>
              <a:custGeom>
                <a:avLst/>
                <a:gdLst/>
                <a:ahLst/>
                <a:cxnLst/>
                <a:rect l="l" t="t" r="r" b="b"/>
                <a:pathLst>
                  <a:path w="2118" h="2118" extrusionOk="0">
                    <a:moveTo>
                      <a:pt x="2117" y="0"/>
                    </a:moveTo>
                    <a:lnTo>
                      <a:pt x="0" y="38"/>
                    </a:lnTo>
                    <a:lnTo>
                      <a:pt x="2089" y="2117"/>
                    </a:lnTo>
                    <a:lnTo>
                      <a:pt x="2117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30">
                <a:extLst>
                  <a:ext uri="{FF2B5EF4-FFF2-40B4-BE49-F238E27FC236}">
                    <a16:creationId xmlns:a16="http://schemas.microsoft.com/office/drawing/2014/main" id="{539A7DF2-4D5E-0C6A-AA36-06B827CBC561}"/>
                  </a:ext>
                </a:extLst>
              </p:cNvPr>
              <p:cNvSpPr/>
              <p:nvPr/>
            </p:nvSpPr>
            <p:spPr>
              <a:xfrm>
                <a:off x="6624086" y="1823309"/>
                <a:ext cx="375854" cy="767579"/>
              </a:xfrm>
              <a:custGeom>
                <a:avLst/>
                <a:gdLst/>
                <a:ahLst/>
                <a:cxnLst/>
                <a:rect l="l" t="t" r="r" b="b"/>
                <a:pathLst>
                  <a:path w="5813" h="11871" extrusionOk="0">
                    <a:moveTo>
                      <a:pt x="5812" y="1"/>
                    </a:moveTo>
                    <a:cubicBezTo>
                      <a:pt x="2590" y="67"/>
                      <a:pt x="0" y="2694"/>
                      <a:pt x="0" y="5936"/>
                    </a:cubicBezTo>
                    <a:cubicBezTo>
                      <a:pt x="0" y="9168"/>
                      <a:pt x="2590" y="11795"/>
                      <a:pt x="5812" y="11871"/>
                    </a:cubicBezTo>
                    <a:lnTo>
                      <a:pt x="5812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30">
                <a:extLst>
                  <a:ext uri="{FF2B5EF4-FFF2-40B4-BE49-F238E27FC236}">
                    <a16:creationId xmlns:a16="http://schemas.microsoft.com/office/drawing/2014/main" id="{25E2BCC7-64B9-F6DC-AB0D-D547D580091E}"/>
                  </a:ext>
                </a:extLst>
              </p:cNvPr>
              <p:cNvSpPr/>
              <p:nvPr/>
            </p:nvSpPr>
            <p:spPr>
              <a:xfrm>
                <a:off x="6994968" y="2193611"/>
                <a:ext cx="392988" cy="397271"/>
              </a:xfrm>
              <a:custGeom>
                <a:avLst/>
                <a:gdLst/>
                <a:ahLst/>
                <a:cxnLst/>
                <a:rect l="l" t="t" r="r" b="b"/>
                <a:pathLst>
                  <a:path w="6078" h="6144" extrusionOk="0">
                    <a:moveTo>
                      <a:pt x="1" y="1"/>
                    </a:moveTo>
                    <a:lnTo>
                      <a:pt x="1" y="6144"/>
                    </a:lnTo>
                    <a:lnTo>
                      <a:pt x="143" y="6144"/>
                    </a:lnTo>
                    <a:cubicBezTo>
                      <a:pt x="3422" y="6144"/>
                      <a:pt x="6078" y="3488"/>
                      <a:pt x="6078" y="209"/>
                    </a:cubicBezTo>
                    <a:cubicBezTo>
                      <a:pt x="6078" y="143"/>
                      <a:pt x="6078" y="67"/>
                      <a:pt x="607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30">
                <a:extLst>
                  <a:ext uri="{FF2B5EF4-FFF2-40B4-BE49-F238E27FC236}">
                    <a16:creationId xmlns:a16="http://schemas.microsoft.com/office/drawing/2014/main" id="{2A7050D0-2DF7-9553-062D-23FA334DB4C2}"/>
                  </a:ext>
                </a:extLst>
              </p:cNvPr>
              <p:cNvSpPr/>
              <p:nvPr/>
            </p:nvSpPr>
            <p:spPr>
              <a:xfrm>
                <a:off x="6994968" y="1822727"/>
                <a:ext cx="392988" cy="370954"/>
              </a:xfrm>
              <a:custGeom>
                <a:avLst/>
                <a:gdLst/>
                <a:ahLst/>
                <a:cxnLst/>
                <a:rect l="l" t="t" r="r" b="b"/>
                <a:pathLst>
                  <a:path w="6078" h="5737" extrusionOk="0">
                    <a:moveTo>
                      <a:pt x="143" y="0"/>
                    </a:moveTo>
                    <a:cubicBezTo>
                      <a:pt x="95" y="0"/>
                      <a:pt x="48" y="10"/>
                      <a:pt x="1" y="10"/>
                    </a:cubicBezTo>
                    <a:lnTo>
                      <a:pt x="1" y="5737"/>
                    </a:lnTo>
                    <a:lnTo>
                      <a:pt x="6078" y="5737"/>
                    </a:lnTo>
                    <a:cubicBezTo>
                      <a:pt x="5964" y="2552"/>
                      <a:pt x="3356" y="0"/>
                      <a:pt x="1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30">
              <a:extLst>
                <a:ext uri="{FF2B5EF4-FFF2-40B4-BE49-F238E27FC236}">
                  <a16:creationId xmlns:a16="http://schemas.microsoft.com/office/drawing/2014/main" id="{334B7068-D7A4-B400-C321-6917F381D51A}"/>
                </a:ext>
              </a:extLst>
            </p:cNvPr>
            <p:cNvGrpSpPr/>
            <p:nvPr/>
          </p:nvGrpSpPr>
          <p:grpSpPr>
            <a:xfrm>
              <a:off x="4650882" y="2899449"/>
              <a:ext cx="618706" cy="951917"/>
              <a:chOff x="3334313" y="1341356"/>
              <a:chExt cx="798434" cy="1228438"/>
            </a:xfrm>
          </p:grpSpPr>
          <p:sp>
            <p:nvSpPr>
              <p:cNvPr id="620" name="Google Shape;620;p30">
                <a:extLst>
                  <a:ext uri="{FF2B5EF4-FFF2-40B4-BE49-F238E27FC236}">
                    <a16:creationId xmlns:a16="http://schemas.microsoft.com/office/drawing/2014/main" id="{49606ADF-FAEA-D82A-769C-7D2A718C1F19}"/>
                  </a:ext>
                </a:extLst>
              </p:cNvPr>
              <p:cNvSpPr/>
              <p:nvPr/>
            </p:nvSpPr>
            <p:spPr>
              <a:xfrm>
                <a:off x="3334313" y="1341356"/>
                <a:ext cx="798434" cy="999971"/>
              </a:xfrm>
              <a:custGeom>
                <a:avLst/>
                <a:gdLst/>
                <a:ahLst/>
                <a:cxnLst/>
                <a:rect l="l" t="t" r="r" b="b"/>
                <a:pathLst>
                  <a:path w="16152" h="20228" extrusionOk="0">
                    <a:moveTo>
                      <a:pt x="8144" y="1"/>
                    </a:moveTo>
                    <a:cubicBezTo>
                      <a:pt x="8069" y="1"/>
                      <a:pt x="7995" y="2"/>
                      <a:pt x="7920" y="4"/>
                    </a:cubicBezTo>
                    <a:cubicBezTo>
                      <a:pt x="3791" y="117"/>
                      <a:pt x="379" y="3444"/>
                      <a:pt x="152" y="7564"/>
                    </a:cubicBezTo>
                    <a:cubicBezTo>
                      <a:pt x="1" y="10305"/>
                      <a:pt x="1239" y="12762"/>
                      <a:pt x="3214" y="14312"/>
                    </a:cubicBezTo>
                    <a:cubicBezTo>
                      <a:pt x="3791" y="14765"/>
                      <a:pt x="4291" y="15323"/>
                      <a:pt x="4641" y="15966"/>
                    </a:cubicBezTo>
                    <a:cubicBezTo>
                      <a:pt x="4991" y="16589"/>
                      <a:pt x="5274" y="17393"/>
                      <a:pt x="5340" y="18357"/>
                    </a:cubicBezTo>
                    <a:lnTo>
                      <a:pt x="5340" y="20228"/>
                    </a:lnTo>
                    <a:lnTo>
                      <a:pt x="10945" y="20228"/>
                    </a:lnTo>
                    <a:lnTo>
                      <a:pt x="10954" y="18347"/>
                    </a:lnTo>
                    <a:cubicBezTo>
                      <a:pt x="11020" y="17383"/>
                      <a:pt x="11304" y="16599"/>
                      <a:pt x="11644" y="15966"/>
                    </a:cubicBezTo>
                    <a:cubicBezTo>
                      <a:pt x="12003" y="15314"/>
                      <a:pt x="12513" y="14756"/>
                      <a:pt x="13099" y="14293"/>
                    </a:cubicBezTo>
                    <a:cubicBezTo>
                      <a:pt x="14961" y="12828"/>
                      <a:pt x="16152" y="10560"/>
                      <a:pt x="16152" y="8008"/>
                    </a:cubicBezTo>
                    <a:cubicBezTo>
                      <a:pt x="16152" y="3584"/>
                      <a:pt x="12568" y="1"/>
                      <a:pt x="814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30">
                <a:extLst>
                  <a:ext uri="{FF2B5EF4-FFF2-40B4-BE49-F238E27FC236}">
                    <a16:creationId xmlns:a16="http://schemas.microsoft.com/office/drawing/2014/main" id="{A5936DD8-A70B-7F51-7747-0E1A2DF2F764}"/>
                  </a:ext>
                </a:extLst>
              </p:cNvPr>
              <p:cNvSpPr/>
              <p:nvPr/>
            </p:nvSpPr>
            <p:spPr>
              <a:xfrm>
                <a:off x="3625368" y="2491686"/>
                <a:ext cx="222891" cy="78107"/>
              </a:xfrm>
              <a:custGeom>
                <a:avLst/>
                <a:gdLst/>
                <a:ahLst/>
                <a:cxnLst/>
                <a:rect l="l" t="t" r="r" b="b"/>
                <a:pathLst>
                  <a:path w="4509" h="1580" extrusionOk="0">
                    <a:moveTo>
                      <a:pt x="1" y="1"/>
                    </a:moveTo>
                    <a:lnTo>
                      <a:pt x="1" y="1579"/>
                    </a:lnTo>
                    <a:lnTo>
                      <a:pt x="4509" y="1579"/>
                    </a:lnTo>
                    <a:lnTo>
                      <a:pt x="4509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30">
                <a:extLst>
                  <a:ext uri="{FF2B5EF4-FFF2-40B4-BE49-F238E27FC236}">
                    <a16:creationId xmlns:a16="http://schemas.microsoft.com/office/drawing/2014/main" id="{ADEAB151-FC1C-857D-FDC6-87051427B26B}"/>
                  </a:ext>
                </a:extLst>
              </p:cNvPr>
              <p:cNvSpPr/>
              <p:nvPr/>
            </p:nvSpPr>
            <p:spPr>
              <a:xfrm>
                <a:off x="3560415" y="2332410"/>
                <a:ext cx="353245" cy="177126"/>
              </a:xfrm>
              <a:custGeom>
                <a:avLst/>
                <a:gdLst/>
                <a:ahLst/>
                <a:cxnLst/>
                <a:rect l="l" t="t" r="r" b="b"/>
                <a:pathLst>
                  <a:path w="7146" h="3583" extrusionOk="0">
                    <a:moveTo>
                      <a:pt x="1" y="0"/>
                    </a:moveTo>
                    <a:lnTo>
                      <a:pt x="1" y="3582"/>
                    </a:lnTo>
                    <a:lnTo>
                      <a:pt x="7146" y="3582"/>
                    </a:lnTo>
                    <a:lnTo>
                      <a:pt x="714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30">
                <a:extLst>
                  <a:ext uri="{FF2B5EF4-FFF2-40B4-BE49-F238E27FC236}">
                    <a16:creationId xmlns:a16="http://schemas.microsoft.com/office/drawing/2014/main" id="{2E38ABF2-B0EF-93DC-417B-5F5B0710DC6D}"/>
                  </a:ext>
                </a:extLst>
              </p:cNvPr>
              <p:cNvSpPr/>
              <p:nvPr/>
            </p:nvSpPr>
            <p:spPr>
              <a:xfrm>
                <a:off x="3546425" y="2360884"/>
                <a:ext cx="381273" cy="27634"/>
              </a:xfrm>
              <a:custGeom>
                <a:avLst/>
                <a:gdLst/>
                <a:ahLst/>
                <a:cxnLst/>
                <a:rect l="l" t="t" r="r" b="b"/>
                <a:pathLst>
                  <a:path w="7713" h="559" extrusionOk="0">
                    <a:moveTo>
                      <a:pt x="0" y="1"/>
                    </a:moveTo>
                    <a:lnTo>
                      <a:pt x="0" y="558"/>
                    </a:lnTo>
                    <a:lnTo>
                      <a:pt x="7712" y="558"/>
                    </a:lnTo>
                    <a:lnTo>
                      <a:pt x="771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30">
                <a:extLst>
                  <a:ext uri="{FF2B5EF4-FFF2-40B4-BE49-F238E27FC236}">
                    <a16:creationId xmlns:a16="http://schemas.microsoft.com/office/drawing/2014/main" id="{97928E67-7246-F31F-184F-8076370544CF}"/>
                  </a:ext>
                </a:extLst>
              </p:cNvPr>
              <p:cNvSpPr/>
              <p:nvPr/>
            </p:nvSpPr>
            <p:spPr>
              <a:xfrm>
                <a:off x="3546425" y="2407154"/>
                <a:ext cx="381273" cy="27585"/>
              </a:xfrm>
              <a:custGeom>
                <a:avLst/>
                <a:gdLst/>
                <a:ahLst/>
                <a:cxnLst/>
                <a:rect l="l" t="t" r="r" b="b"/>
                <a:pathLst>
                  <a:path w="7713" h="558" extrusionOk="0">
                    <a:moveTo>
                      <a:pt x="0" y="0"/>
                    </a:moveTo>
                    <a:lnTo>
                      <a:pt x="0" y="558"/>
                    </a:lnTo>
                    <a:lnTo>
                      <a:pt x="7712" y="558"/>
                    </a:lnTo>
                    <a:lnTo>
                      <a:pt x="77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30">
                <a:extLst>
                  <a:ext uri="{FF2B5EF4-FFF2-40B4-BE49-F238E27FC236}">
                    <a16:creationId xmlns:a16="http://schemas.microsoft.com/office/drawing/2014/main" id="{C014F8F6-D7E3-0D75-5DA2-6D46F52E0ACD}"/>
                  </a:ext>
                </a:extLst>
              </p:cNvPr>
              <p:cNvSpPr/>
              <p:nvPr/>
            </p:nvSpPr>
            <p:spPr>
              <a:xfrm>
                <a:off x="3546425" y="2453424"/>
                <a:ext cx="381273" cy="27585"/>
              </a:xfrm>
              <a:custGeom>
                <a:avLst/>
                <a:gdLst/>
                <a:ahLst/>
                <a:cxnLst/>
                <a:rect l="l" t="t" r="r" b="b"/>
                <a:pathLst>
                  <a:path w="7713" h="558" extrusionOk="0">
                    <a:moveTo>
                      <a:pt x="0" y="0"/>
                    </a:moveTo>
                    <a:lnTo>
                      <a:pt x="0" y="558"/>
                    </a:lnTo>
                    <a:lnTo>
                      <a:pt x="7712" y="558"/>
                    </a:lnTo>
                    <a:lnTo>
                      <a:pt x="77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30">
                <a:extLst>
                  <a:ext uri="{FF2B5EF4-FFF2-40B4-BE49-F238E27FC236}">
                    <a16:creationId xmlns:a16="http://schemas.microsoft.com/office/drawing/2014/main" id="{8EC70E0A-F46A-E1BE-72C6-C05A08F582CD}"/>
                  </a:ext>
                </a:extLst>
              </p:cNvPr>
              <p:cNvSpPr/>
              <p:nvPr/>
            </p:nvSpPr>
            <p:spPr>
              <a:xfrm>
                <a:off x="3502530" y="1574141"/>
                <a:ext cx="488195" cy="377090"/>
              </a:xfrm>
              <a:custGeom>
                <a:avLst/>
                <a:gdLst/>
                <a:ahLst/>
                <a:cxnLst/>
                <a:rect l="l" t="t" r="r" b="b"/>
                <a:pathLst>
                  <a:path w="9876" h="7628" fill="none" extrusionOk="0">
                    <a:moveTo>
                      <a:pt x="0" y="5435"/>
                    </a:moveTo>
                    <a:lnTo>
                      <a:pt x="1777" y="29"/>
                    </a:lnTo>
                    <a:lnTo>
                      <a:pt x="2826" y="7628"/>
                    </a:lnTo>
                    <a:lnTo>
                      <a:pt x="4801" y="1"/>
                    </a:lnTo>
                    <a:lnTo>
                      <a:pt x="6578" y="6333"/>
                    </a:lnTo>
                    <a:lnTo>
                      <a:pt x="8288" y="332"/>
                    </a:lnTo>
                    <a:lnTo>
                      <a:pt x="9876" y="5227"/>
                    </a:lnTo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7" name="Google Shape;627;p30">
              <a:extLst>
                <a:ext uri="{FF2B5EF4-FFF2-40B4-BE49-F238E27FC236}">
                  <a16:creationId xmlns:a16="http://schemas.microsoft.com/office/drawing/2014/main" id="{6FDD9185-87F4-ABE6-51E8-D89E1D906AA3}"/>
                </a:ext>
              </a:extLst>
            </p:cNvPr>
            <p:cNvGrpSpPr/>
            <p:nvPr/>
          </p:nvGrpSpPr>
          <p:grpSpPr>
            <a:xfrm>
              <a:off x="7362276" y="2911767"/>
              <a:ext cx="783686" cy="783610"/>
              <a:chOff x="276382" y="1174752"/>
              <a:chExt cx="895027" cy="894940"/>
            </a:xfrm>
          </p:grpSpPr>
          <p:grpSp>
            <p:nvGrpSpPr>
              <p:cNvPr id="628" name="Google Shape;628;p30">
                <a:extLst>
                  <a:ext uri="{FF2B5EF4-FFF2-40B4-BE49-F238E27FC236}">
                    <a16:creationId xmlns:a16="http://schemas.microsoft.com/office/drawing/2014/main" id="{0F62B0E5-BBE8-F9B0-67C6-D7475E7EC4BA}"/>
                  </a:ext>
                </a:extLst>
              </p:cNvPr>
              <p:cNvGrpSpPr/>
              <p:nvPr/>
            </p:nvGrpSpPr>
            <p:grpSpPr>
              <a:xfrm>
                <a:off x="276382" y="1174752"/>
                <a:ext cx="895027" cy="894940"/>
                <a:chOff x="2861096" y="3889198"/>
                <a:chExt cx="397772" cy="397716"/>
              </a:xfrm>
            </p:grpSpPr>
            <p:sp>
              <p:nvSpPr>
                <p:cNvPr id="629" name="Google Shape;629;p30">
                  <a:extLst>
                    <a:ext uri="{FF2B5EF4-FFF2-40B4-BE49-F238E27FC236}">
                      <a16:creationId xmlns:a16="http://schemas.microsoft.com/office/drawing/2014/main" id="{2FFD66E8-F772-29FB-9F8B-D6C7B85BA4E3}"/>
                    </a:ext>
                  </a:extLst>
                </p:cNvPr>
                <p:cNvSpPr/>
                <p:nvPr/>
              </p:nvSpPr>
              <p:spPr>
                <a:xfrm>
                  <a:off x="2861096" y="3889198"/>
                  <a:ext cx="397772" cy="397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0" h="7079" extrusionOk="0">
                      <a:moveTo>
                        <a:pt x="3545" y="0"/>
                      </a:moveTo>
                      <a:cubicBezTo>
                        <a:pt x="1588" y="0"/>
                        <a:pt x="1" y="1588"/>
                        <a:pt x="1" y="3535"/>
                      </a:cubicBezTo>
                      <a:cubicBezTo>
                        <a:pt x="1" y="5491"/>
                        <a:pt x="1588" y="7079"/>
                        <a:pt x="3545" y="7079"/>
                      </a:cubicBezTo>
                      <a:cubicBezTo>
                        <a:pt x="5501" y="7079"/>
                        <a:pt x="7079" y="5491"/>
                        <a:pt x="7079" y="3535"/>
                      </a:cubicBezTo>
                      <a:cubicBezTo>
                        <a:pt x="7079" y="1588"/>
                        <a:pt x="5501" y="0"/>
                        <a:pt x="354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dk1"/>
                  </a:solidFill>
                  <a:prstDash val="solid"/>
                  <a:miter lim="9450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" name="Google Shape;630;p30">
                  <a:extLst>
                    <a:ext uri="{FF2B5EF4-FFF2-40B4-BE49-F238E27FC236}">
                      <a16:creationId xmlns:a16="http://schemas.microsoft.com/office/drawing/2014/main" id="{61E5E49F-26E0-1D61-CE99-0E8AF1E4EABC}"/>
                    </a:ext>
                  </a:extLst>
                </p:cNvPr>
                <p:cNvSpPr/>
                <p:nvPr/>
              </p:nvSpPr>
              <p:spPr>
                <a:xfrm>
                  <a:off x="2907821" y="3931467"/>
                  <a:ext cx="304332" cy="313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2" h="4282" extrusionOk="0">
                      <a:moveTo>
                        <a:pt x="2146" y="1"/>
                      </a:moveTo>
                      <a:cubicBezTo>
                        <a:pt x="964" y="1"/>
                        <a:pt x="0" y="955"/>
                        <a:pt x="0" y="2137"/>
                      </a:cubicBezTo>
                      <a:cubicBezTo>
                        <a:pt x="0" y="3327"/>
                        <a:pt x="964" y="4282"/>
                        <a:pt x="2146" y="4282"/>
                      </a:cubicBezTo>
                      <a:cubicBezTo>
                        <a:pt x="3327" y="4282"/>
                        <a:pt x="4281" y="3327"/>
                        <a:pt x="4281" y="2137"/>
                      </a:cubicBezTo>
                      <a:cubicBezTo>
                        <a:pt x="4281" y="955"/>
                        <a:pt x="3327" y="1"/>
                        <a:pt x="214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dk1"/>
                  </a:solidFill>
                  <a:prstDash val="solid"/>
                  <a:miter lim="9450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31" name="Google Shape;631;p30">
                <a:extLst>
                  <a:ext uri="{FF2B5EF4-FFF2-40B4-BE49-F238E27FC236}">
                    <a16:creationId xmlns:a16="http://schemas.microsoft.com/office/drawing/2014/main" id="{B7275867-EA5F-91A2-EDD6-B798A5348563}"/>
                  </a:ext>
                </a:extLst>
              </p:cNvPr>
              <p:cNvSpPr/>
              <p:nvPr/>
            </p:nvSpPr>
            <p:spPr>
              <a:xfrm>
                <a:off x="698100" y="1366625"/>
                <a:ext cx="195250" cy="467375"/>
              </a:xfrm>
              <a:custGeom>
                <a:avLst/>
                <a:gdLst/>
                <a:ahLst/>
                <a:cxnLst/>
                <a:rect l="l" t="t" r="r" b="b"/>
                <a:pathLst>
                  <a:path w="7810" h="18695" extrusionOk="0">
                    <a:moveTo>
                      <a:pt x="5916" y="0"/>
                    </a:moveTo>
                    <a:lnTo>
                      <a:pt x="0" y="9939"/>
                    </a:lnTo>
                    <a:lnTo>
                      <a:pt x="7810" y="18695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632" name="Google Shape;632;p30">
              <a:extLst>
                <a:ext uri="{FF2B5EF4-FFF2-40B4-BE49-F238E27FC236}">
                  <a16:creationId xmlns:a16="http://schemas.microsoft.com/office/drawing/2014/main" id="{A6C3BB8D-F6FF-7475-5EDE-46E3E435280C}"/>
                </a:ext>
              </a:extLst>
            </p:cNvPr>
            <p:cNvGrpSpPr/>
            <p:nvPr/>
          </p:nvGrpSpPr>
          <p:grpSpPr>
            <a:xfrm>
              <a:off x="7362272" y="579112"/>
              <a:ext cx="875462" cy="1033236"/>
              <a:chOff x="6768050" y="956250"/>
              <a:chExt cx="322525" cy="380650"/>
            </a:xfrm>
          </p:grpSpPr>
          <p:sp>
            <p:nvSpPr>
              <p:cNvPr id="633" name="Google Shape;633;p30">
                <a:extLst>
                  <a:ext uri="{FF2B5EF4-FFF2-40B4-BE49-F238E27FC236}">
                    <a16:creationId xmlns:a16="http://schemas.microsoft.com/office/drawing/2014/main" id="{051D284B-5405-83F0-7F48-3E86BB47729A}"/>
                  </a:ext>
                </a:extLst>
              </p:cNvPr>
              <p:cNvSpPr/>
              <p:nvPr/>
            </p:nvSpPr>
            <p:spPr>
              <a:xfrm>
                <a:off x="6768050" y="956250"/>
                <a:ext cx="322525" cy="380650"/>
              </a:xfrm>
              <a:custGeom>
                <a:avLst/>
                <a:gdLst/>
                <a:ahLst/>
                <a:cxnLst/>
                <a:rect l="l" t="t" r="r" b="b"/>
                <a:pathLst>
                  <a:path w="12901" h="15226" extrusionOk="0">
                    <a:moveTo>
                      <a:pt x="0" y="0"/>
                    </a:moveTo>
                    <a:lnTo>
                      <a:pt x="0" y="15225"/>
                    </a:lnTo>
                    <a:lnTo>
                      <a:pt x="12900" y="15225"/>
                    </a:lnTo>
                    <a:lnTo>
                      <a:pt x="12900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30">
                <a:extLst>
                  <a:ext uri="{FF2B5EF4-FFF2-40B4-BE49-F238E27FC236}">
                    <a16:creationId xmlns:a16="http://schemas.microsoft.com/office/drawing/2014/main" id="{73E9E950-B82E-792D-D5ED-62F37E99DF84}"/>
                  </a:ext>
                </a:extLst>
              </p:cNvPr>
              <p:cNvSpPr/>
              <p:nvPr/>
            </p:nvSpPr>
            <p:spPr>
              <a:xfrm>
                <a:off x="6768050" y="956250"/>
                <a:ext cx="322525" cy="107525"/>
              </a:xfrm>
              <a:custGeom>
                <a:avLst/>
                <a:gdLst/>
                <a:ahLst/>
                <a:cxnLst/>
                <a:rect l="l" t="t" r="r" b="b"/>
                <a:pathLst>
                  <a:path w="12901" h="4301" extrusionOk="0">
                    <a:moveTo>
                      <a:pt x="0" y="0"/>
                    </a:moveTo>
                    <a:lnTo>
                      <a:pt x="0" y="4300"/>
                    </a:lnTo>
                    <a:lnTo>
                      <a:pt x="12900" y="4300"/>
                    </a:lnTo>
                    <a:lnTo>
                      <a:pt x="1290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30">
                <a:extLst>
                  <a:ext uri="{FF2B5EF4-FFF2-40B4-BE49-F238E27FC236}">
                    <a16:creationId xmlns:a16="http://schemas.microsoft.com/office/drawing/2014/main" id="{01A2C8D0-744D-CC97-10C7-BC8E1F2B45A4}"/>
                  </a:ext>
                </a:extLst>
              </p:cNvPr>
              <p:cNvSpPr/>
              <p:nvPr/>
            </p:nvSpPr>
            <p:spPr>
              <a:xfrm>
                <a:off x="6865150" y="990975"/>
                <a:ext cx="33325" cy="4750"/>
              </a:xfrm>
              <a:custGeom>
                <a:avLst/>
                <a:gdLst/>
                <a:ahLst/>
                <a:cxnLst/>
                <a:rect l="l" t="t" r="r" b="b"/>
                <a:pathLst>
                  <a:path w="1333" h="190" extrusionOk="0">
                    <a:moveTo>
                      <a:pt x="0" y="1"/>
                    </a:moveTo>
                    <a:lnTo>
                      <a:pt x="0" y="190"/>
                    </a:lnTo>
                    <a:lnTo>
                      <a:pt x="1333" y="190"/>
                    </a:lnTo>
                    <a:lnTo>
                      <a:pt x="133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30">
                <a:extLst>
                  <a:ext uri="{FF2B5EF4-FFF2-40B4-BE49-F238E27FC236}">
                    <a16:creationId xmlns:a16="http://schemas.microsoft.com/office/drawing/2014/main" id="{CF2E052A-30D1-CCC9-0284-A8A245A2C6FA}"/>
                  </a:ext>
                </a:extLst>
              </p:cNvPr>
              <p:cNvSpPr/>
              <p:nvPr/>
            </p:nvSpPr>
            <p:spPr>
              <a:xfrm>
                <a:off x="6865150" y="999475"/>
                <a:ext cx="72800" cy="5000"/>
              </a:xfrm>
              <a:custGeom>
                <a:avLst/>
                <a:gdLst/>
                <a:ahLst/>
                <a:cxnLst/>
                <a:rect l="l" t="t" r="r" b="b"/>
                <a:pathLst>
                  <a:path w="2912" h="200" extrusionOk="0">
                    <a:moveTo>
                      <a:pt x="2911" y="1"/>
                    </a:moveTo>
                    <a:lnTo>
                      <a:pt x="0" y="10"/>
                    </a:lnTo>
                    <a:lnTo>
                      <a:pt x="0" y="199"/>
                    </a:lnTo>
                    <a:lnTo>
                      <a:pt x="2911" y="190"/>
                    </a:lnTo>
                    <a:lnTo>
                      <a:pt x="291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30">
                <a:extLst>
                  <a:ext uri="{FF2B5EF4-FFF2-40B4-BE49-F238E27FC236}">
                    <a16:creationId xmlns:a16="http://schemas.microsoft.com/office/drawing/2014/main" id="{903D441F-A237-07A0-EA11-575278E9AF70}"/>
                  </a:ext>
                </a:extLst>
              </p:cNvPr>
              <p:cNvSpPr/>
              <p:nvPr/>
            </p:nvSpPr>
            <p:spPr>
              <a:xfrm>
                <a:off x="6865150" y="1008000"/>
                <a:ext cx="72800" cy="4975"/>
              </a:xfrm>
              <a:custGeom>
                <a:avLst/>
                <a:gdLst/>
                <a:ahLst/>
                <a:cxnLst/>
                <a:rect l="l" t="t" r="r" b="b"/>
                <a:pathLst>
                  <a:path w="2912" h="199" extrusionOk="0">
                    <a:moveTo>
                      <a:pt x="2911" y="0"/>
                    </a:moveTo>
                    <a:lnTo>
                      <a:pt x="0" y="10"/>
                    </a:lnTo>
                    <a:lnTo>
                      <a:pt x="0" y="199"/>
                    </a:lnTo>
                    <a:lnTo>
                      <a:pt x="2911" y="189"/>
                    </a:lnTo>
                    <a:lnTo>
                      <a:pt x="29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30">
                <a:extLst>
                  <a:ext uri="{FF2B5EF4-FFF2-40B4-BE49-F238E27FC236}">
                    <a16:creationId xmlns:a16="http://schemas.microsoft.com/office/drawing/2014/main" id="{98FC8FD0-FD0C-5D11-5F06-EEB6EFB0F31E}"/>
                  </a:ext>
                </a:extLst>
              </p:cNvPr>
              <p:cNvSpPr/>
              <p:nvPr/>
            </p:nvSpPr>
            <p:spPr>
              <a:xfrm>
                <a:off x="6797575" y="980100"/>
                <a:ext cx="44675" cy="44700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1788" extrusionOk="0">
                    <a:moveTo>
                      <a:pt x="1" y="1"/>
                    </a:moveTo>
                    <a:lnTo>
                      <a:pt x="1" y="1787"/>
                    </a:lnTo>
                    <a:lnTo>
                      <a:pt x="1787" y="1787"/>
                    </a:lnTo>
                    <a:lnTo>
                      <a:pt x="1787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39" name="Google Shape;639;p30">
              <a:extLst>
                <a:ext uri="{FF2B5EF4-FFF2-40B4-BE49-F238E27FC236}">
                  <a16:creationId xmlns:a16="http://schemas.microsoft.com/office/drawing/2014/main" id="{EC6CCCFF-2A0B-A060-5053-05F941970962}"/>
                </a:ext>
              </a:extLst>
            </p:cNvPr>
            <p:cNvGrpSpPr/>
            <p:nvPr/>
          </p:nvGrpSpPr>
          <p:grpSpPr>
            <a:xfrm>
              <a:off x="7475713" y="965175"/>
              <a:ext cx="648575" cy="248400"/>
              <a:chOff x="1195050" y="2449275"/>
              <a:chExt cx="648575" cy="248400"/>
            </a:xfrm>
          </p:grpSpPr>
          <p:sp>
            <p:nvSpPr>
              <p:cNvPr id="640" name="Google Shape;640;p30">
                <a:extLst>
                  <a:ext uri="{FF2B5EF4-FFF2-40B4-BE49-F238E27FC236}">
                    <a16:creationId xmlns:a16="http://schemas.microsoft.com/office/drawing/2014/main" id="{65772CA7-2BF1-5B98-0DD6-C40160C1A0E0}"/>
                  </a:ext>
                </a:extLst>
              </p:cNvPr>
              <p:cNvSpPr/>
              <p:nvPr/>
            </p:nvSpPr>
            <p:spPr>
              <a:xfrm>
                <a:off x="1195050" y="2449275"/>
                <a:ext cx="248400" cy="248400"/>
              </a:xfrm>
              <a:prstGeom prst="donut">
                <a:avLst>
                  <a:gd name="adj" fmla="val 25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30">
                <a:extLst>
                  <a:ext uri="{FF2B5EF4-FFF2-40B4-BE49-F238E27FC236}">
                    <a16:creationId xmlns:a16="http://schemas.microsoft.com/office/drawing/2014/main" id="{BA421F8D-60E4-DBAF-CFEC-0E6A60861C87}"/>
                  </a:ext>
                </a:extLst>
              </p:cNvPr>
              <p:cNvSpPr/>
              <p:nvPr/>
            </p:nvSpPr>
            <p:spPr>
              <a:xfrm>
                <a:off x="1195050" y="2449275"/>
                <a:ext cx="248400" cy="248400"/>
              </a:xfrm>
              <a:prstGeom prst="blockArc">
                <a:avLst>
                  <a:gd name="adj1" fmla="val 8495047"/>
                  <a:gd name="adj2" fmla="val 16399518"/>
                  <a:gd name="adj3" fmla="val 24494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30">
                <a:extLst>
                  <a:ext uri="{FF2B5EF4-FFF2-40B4-BE49-F238E27FC236}">
                    <a16:creationId xmlns:a16="http://schemas.microsoft.com/office/drawing/2014/main" id="{917A0FAE-A810-40A6-A914-C3596C4D32B4}"/>
                  </a:ext>
                </a:extLst>
              </p:cNvPr>
              <p:cNvSpPr/>
              <p:nvPr/>
            </p:nvSpPr>
            <p:spPr>
              <a:xfrm>
                <a:off x="1490225" y="2493250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30">
                <a:extLst>
                  <a:ext uri="{FF2B5EF4-FFF2-40B4-BE49-F238E27FC236}">
                    <a16:creationId xmlns:a16="http://schemas.microsoft.com/office/drawing/2014/main" id="{B28BEA42-50C6-B3D7-108E-E0C67E0269A9}"/>
                  </a:ext>
                </a:extLst>
              </p:cNvPr>
              <p:cNvSpPr/>
              <p:nvPr/>
            </p:nvSpPr>
            <p:spPr>
              <a:xfrm>
                <a:off x="1490225" y="2563784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4" name="Google Shape;644;p30">
              <a:extLst>
                <a:ext uri="{FF2B5EF4-FFF2-40B4-BE49-F238E27FC236}">
                  <a16:creationId xmlns:a16="http://schemas.microsoft.com/office/drawing/2014/main" id="{48586C18-F168-E020-1BE3-84BB7A53B5BA}"/>
                </a:ext>
              </a:extLst>
            </p:cNvPr>
            <p:cNvGrpSpPr/>
            <p:nvPr/>
          </p:nvGrpSpPr>
          <p:grpSpPr>
            <a:xfrm>
              <a:off x="7475713" y="1284850"/>
              <a:ext cx="648575" cy="248400"/>
              <a:chOff x="1195050" y="2449275"/>
              <a:chExt cx="648575" cy="248400"/>
            </a:xfrm>
          </p:grpSpPr>
          <p:sp>
            <p:nvSpPr>
              <p:cNvPr id="645" name="Google Shape;645;p30">
                <a:extLst>
                  <a:ext uri="{FF2B5EF4-FFF2-40B4-BE49-F238E27FC236}">
                    <a16:creationId xmlns:a16="http://schemas.microsoft.com/office/drawing/2014/main" id="{57936BE6-33BA-BA90-3AF5-424694BD6CF6}"/>
                  </a:ext>
                </a:extLst>
              </p:cNvPr>
              <p:cNvSpPr/>
              <p:nvPr/>
            </p:nvSpPr>
            <p:spPr>
              <a:xfrm>
                <a:off x="1195050" y="2449275"/>
                <a:ext cx="248400" cy="248400"/>
              </a:xfrm>
              <a:prstGeom prst="donut">
                <a:avLst>
                  <a:gd name="adj" fmla="val 25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30">
                <a:extLst>
                  <a:ext uri="{FF2B5EF4-FFF2-40B4-BE49-F238E27FC236}">
                    <a16:creationId xmlns:a16="http://schemas.microsoft.com/office/drawing/2014/main" id="{E8F691EC-46E2-CC71-2FE7-F57C89ACBD08}"/>
                  </a:ext>
                </a:extLst>
              </p:cNvPr>
              <p:cNvSpPr/>
              <p:nvPr/>
            </p:nvSpPr>
            <p:spPr>
              <a:xfrm>
                <a:off x="1195050" y="2449275"/>
                <a:ext cx="248400" cy="248400"/>
              </a:xfrm>
              <a:prstGeom prst="blockArc">
                <a:avLst>
                  <a:gd name="adj1" fmla="val 8495047"/>
                  <a:gd name="adj2" fmla="val 16399518"/>
                  <a:gd name="adj3" fmla="val 24494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30">
                <a:extLst>
                  <a:ext uri="{FF2B5EF4-FFF2-40B4-BE49-F238E27FC236}">
                    <a16:creationId xmlns:a16="http://schemas.microsoft.com/office/drawing/2014/main" id="{EC731ADA-4830-326A-1602-AA3E37ED6B21}"/>
                  </a:ext>
                </a:extLst>
              </p:cNvPr>
              <p:cNvSpPr/>
              <p:nvPr/>
            </p:nvSpPr>
            <p:spPr>
              <a:xfrm>
                <a:off x="1490225" y="2493250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30">
                <a:extLst>
                  <a:ext uri="{FF2B5EF4-FFF2-40B4-BE49-F238E27FC236}">
                    <a16:creationId xmlns:a16="http://schemas.microsoft.com/office/drawing/2014/main" id="{097085B7-36B6-1411-6C48-A016783EBE98}"/>
                  </a:ext>
                </a:extLst>
              </p:cNvPr>
              <p:cNvSpPr/>
              <p:nvPr/>
            </p:nvSpPr>
            <p:spPr>
              <a:xfrm>
                <a:off x="1490225" y="2563784"/>
                <a:ext cx="3534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5AA6E68-B56C-1226-6007-88D30E05B5FC}"/>
              </a:ext>
            </a:extLst>
          </p:cNvPr>
          <p:cNvSpPr txBox="1"/>
          <p:nvPr/>
        </p:nvSpPr>
        <p:spPr>
          <a:xfrm>
            <a:off x="154546" y="4499020"/>
            <a:ext cx="20377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발표자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: 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임진호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(20212979)</a:t>
            </a:r>
            <a:endParaRPr lang="ko-KR" altLang="en-US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0282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0">
          <a:extLst>
            <a:ext uri="{FF2B5EF4-FFF2-40B4-BE49-F238E27FC236}">
              <a16:creationId xmlns:a16="http://schemas.microsoft.com/office/drawing/2014/main" id="{EF377F27-1A5F-F1EA-B027-26BD890C3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37">
            <a:extLst>
              <a:ext uri="{FF2B5EF4-FFF2-40B4-BE49-F238E27FC236}">
                <a16:creationId xmlns:a16="http://schemas.microsoft.com/office/drawing/2014/main" id="{20E93392-9BFA-3877-72A1-24FB3D44F6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 err="1">
                <a:latin typeface="프리젠테이션 8 ExtraBold" pitchFamily="2" charset="-127"/>
                <a:ea typeface="프리젠테이션 8 ExtraBold" pitchFamily="2" charset="-127"/>
              </a:rPr>
              <a:t>유스케이스</a:t>
            </a:r>
            <a:endParaRPr sz="3000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6B73953-D3F2-6B49-B25A-FA9CF11DB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1771" y="327634"/>
            <a:ext cx="6186153" cy="4655702"/>
          </a:xfrm>
          <a:prstGeom prst="rect">
            <a:avLst/>
          </a:prstGeom>
        </p:spPr>
      </p:pic>
      <p:grpSp>
        <p:nvGrpSpPr>
          <p:cNvPr id="7" name="Google Shape;813;p33">
            <a:extLst>
              <a:ext uri="{FF2B5EF4-FFF2-40B4-BE49-F238E27FC236}">
                <a16:creationId xmlns:a16="http://schemas.microsoft.com/office/drawing/2014/main" id="{18836F18-88AA-386E-206E-934D8791FCF0}"/>
              </a:ext>
            </a:extLst>
          </p:cNvPr>
          <p:cNvGrpSpPr/>
          <p:nvPr/>
        </p:nvGrpSpPr>
        <p:grpSpPr>
          <a:xfrm>
            <a:off x="344459" y="540874"/>
            <a:ext cx="377916" cy="477699"/>
            <a:chOff x="4993515" y="1614322"/>
            <a:chExt cx="316333" cy="382699"/>
          </a:xfrm>
        </p:grpSpPr>
        <p:sp>
          <p:nvSpPr>
            <p:cNvPr id="8" name="Google Shape;814;p33">
              <a:extLst>
                <a:ext uri="{FF2B5EF4-FFF2-40B4-BE49-F238E27FC236}">
                  <a16:creationId xmlns:a16="http://schemas.microsoft.com/office/drawing/2014/main" id="{0063C336-8163-75E3-9508-04108393F6A0}"/>
                </a:ext>
              </a:extLst>
            </p:cNvPr>
            <p:cNvSpPr/>
            <p:nvPr/>
          </p:nvSpPr>
          <p:spPr>
            <a:xfrm>
              <a:off x="5133866" y="1969323"/>
              <a:ext cx="35736" cy="20918"/>
            </a:xfrm>
            <a:custGeom>
              <a:avLst/>
              <a:gdLst/>
              <a:ahLst/>
              <a:cxnLst/>
              <a:rect l="l" t="t" r="r" b="b"/>
              <a:pathLst>
                <a:path w="1365" h="799" extrusionOk="0">
                  <a:moveTo>
                    <a:pt x="1" y="1"/>
                  </a:moveTo>
                  <a:lnTo>
                    <a:pt x="1" y="318"/>
                  </a:lnTo>
                  <a:cubicBezTo>
                    <a:pt x="1" y="582"/>
                    <a:pt x="217" y="798"/>
                    <a:pt x="481" y="798"/>
                  </a:cubicBezTo>
                  <a:lnTo>
                    <a:pt x="885" y="798"/>
                  </a:lnTo>
                  <a:cubicBezTo>
                    <a:pt x="1149" y="798"/>
                    <a:pt x="1365" y="582"/>
                    <a:pt x="1365" y="318"/>
                  </a:cubicBezTo>
                  <a:lnTo>
                    <a:pt x="1365" y="1"/>
                  </a:lnTo>
                  <a:cubicBezTo>
                    <a:pt x="1235" y="29"/>
                    <a:pt x="1110" y="44"/>
                    <a:pt x="981" y="44"/>
                  </a:cubicBezTo>
                  <a:lnTo>
                    <a:pt x="385" y="44"/>
                  </a:lnTo>
                  <a:cubicBezTo>
                    <a:pt x="255" y="44"/>
                    <a:pt x="126" y="29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15;p33">
              <a:extLst>
                <a:ext uri="{FF2B5EF4-FFF2-40B4-BE49-F238E27FC236}">
                  <a16:creationId xmlns:a16="http://schemas.microsoft.com/office/drawing/2014/main" id="{CA1E94DE-D0DA-D4E3-699F-A97178FDBB32}"/>
                </a:ext>
              </a:extLst>
            </p:cNvPr>
            <p:cNvSpPr/>
            <p:nvPr/>
          </p:nvSpPr>
          <p:spPr>
            <a:xfrm>
              <a:off x="5100670" y="1934739"/>
              <a:ext cx="102154" cy="35736"/>
            </a:xfrm>
            <a:custGeom>
              <a:avLst/>
              <a:gdLst/>
              <a:ahLst/>
              <a:cxnLst/>
              <a:rect l="l" t="t" r="r" b="b"/>
              <a:pathLst>
                <a:path w="3902" h="1365" extrusionOk="0">
                  <a:moveTo>
                    <a:pt x="0" y="0"/>
                  </a:moveTo>
                  <a:cubicBezTo>
                    <a:pt x="154" y="793"/>
                    <a:pt x="846" y="1365"/>
                    <a:pt x="1653" y="1365"/>
                  </a:cubicBezTo>
                  <a:lnTo>
                    <a:pt x="2249" y="1365"/>
                  </a:lnTo>
                  <a:cubicBezTo>
                    <a:pt x="3056" y="1365"/>
                    <a:pt x="3747" y="793"/>
                    <a:pt x="39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16;p33">
              <a:extLst>
                <a:ext uri="{FF2B5EF4-FFF2-40B4-BE49-F238E27FC236}">
                  <a16:creationId xmlns:a16="http://schemas.microsoft.com/office/drawing/2014/main" id="{12EE3EA0-5B41-A6E4-8F62-DE49ED06C481}"/>
                </a:ext>
              </a:extLst>
            </p:cNvPr>
            <p:cNvSpPr/>
            <p:nvPr/>
          </p:nvSpPr>
          <p:spPr>
            <a:xfrm>
              <a:off x="5099910" y="1910706"/>
              <a:ext cx="103542" cy="24059"/>
            </a:xfrm>
            <a:custGeom>
              <a:avLst/>
              <a:gdLst/>
              <a:ahLst/>
              <a:cxnLst/>
              <a:rect l="l" t="t" r="r" b="b"/>
              <a:pathLst>
                <a:path w="3955" h="919" extrusionOk="0">
                  <a:moveTo>
                    <a:pt x="1" y="1"/>
                  </a:moveTo>
                  <a:lnTo>
                    <a:pt x="1" y="601"/>
                  </a:lnTo>
                  <a:cubicBezTo>
                    <a:pt x="1" y="707"/>
                    <a:pt x="10" y="813"/>
                    <a:pt x="29" y="918"/>
                  </a:cubicBezTo>
                  <a:lnTo>
                    <a:pt x="3925" y="918"/>
                  </a:lnTo>
                  <a:cubicBezTo>
                    <a:pt x="3945" y="813"/>
                    <a:pt x="3954" y="707"/>
                    <a:pt x="3954" y="601"/>
                  </a:cubicBezTo>
                  <a:lnTo>
                    <a:pt x="39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17;p33">
              <a:extLst>
                <a:ext uri="{FF2B5EF4-FFF2-40B4-BE49-F238E27FC236}">
                  <a16:creationId xmlns:a16="http://schemas.microsoft.com/office/drawing/2014/main" id="{FDB67669-5834-E033-9363-8B8693095094}"/>
                </a:ext>
              </a:extLst>
            </p:cNvPr>
            <p:cNvSpPr/>
            <p:nvPr/>
          </p:nvSpPr>
          <p:spPr>
            <a:xfrm>
              <a:off x="5137269" y="1730247"/>
              <a:ext cx="28824" cy="25866"/>
            </a:xfrm>
            <a:custGeom>
              <a:avLst/>
              <a:gdLst/>
              <a:ahLst/>
              <a:cxnLst/>
              <a:rect l="l" t="t" r="r" b="b"/>
              <a:pathLst>
                <a:path w="1101" h="988" extrusionOk="0">
                  <a:moveTo>
                    <a:pt x="553" y="0"/>
                  </a:moveTo>
                  <a:lnTo>
                    <a:pt x="0" y="822"/>
                  </a:lnTo>
                  <a:cubicBezTo>
                    <a:pt x="166" y="932"/>
                    <a:pt x="358" y="987"/>
                    <a:pt x="550" y="987"/>
                  </a:cubicBezTo>
                  <a:cubicBezTo>
                    <a:pt x="743" y="987"/>
                    <a:pt x="935" y="932"/>
                    <a:pt x="1100" y="822"/>
                  </a:cubicBezTo>
                  <a:lnTo>
                    <a:pt x="55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18;p33">
              <a:extLst>
                <a:ext uri="{FF2B5EF4-FFF2-40B4-BE49-F238E27FC236}">
                  <a16:creationId xmlns:a16="http://schemas.microsoft.com/office/drawing/2014/main" id="{CC77ECE0-B863-898A-D99D-CC95E384A4ED}"/>
                </a:ext>
              </a:extLst>
            </p:cNvPr>
            <p:cNvSpPr/>
            <p:nvPr/>
          </p:nvSpPr>
          <p:spPr>
            <a:xfrm>
              <a:off x="5124677" y="1751741"/>
              <a:ext cx="54114" cy="24452"/>
            </a:xfrm>
            <a:custGeom>
              <a:avLst/>
              <a:gdLst/>
              <a:ahLst/>
              <a:cxnLst/>
              <a:rect l="l" t="t" r="r" b="b"/>
              <a:pathLst>
                <a:path w="2067" h="934" extrusionOk="0">
                  <a:moveTo>
                    <a:pt x="486" y="1"/>
                  </a:moveTo>
                  <a:lnTo>
                    <a:pt x="1" y="721"/>
                  </a:lnTo>
                  <a:cubicBezTo>
                    <a:pt x="330" y="863"/>
                    <a:pt x="681" y="934"/>
                    <a:pt x="1032" y="934"/>
                  </a:cubicBezTo>
                  <a:cubicBezTo>
                    <a:pt x="1383" y="934"/>
                    <a:pt x="1735" y="863"/>
                    <a:pt x="2067" y="721"/>
                  </a:cubicBezTo>
                  <a:lnTo>
                    <a:pt x="1581" y="1"/>
                  </a:lnTo>
                  <a:cubicBezTo>
                    <a:pt x="1416" y="111"/>
                    <a:pt x="1225" y="166"/>
                    <a:pt x="1034" y="166"/>
                  </a:cubicBezTo>
                  <a:cubicBezTo>
                    <a:pt x="843" y="166"/>
                    <a:pt x="652" y="111"/>
                    <a:pt x="4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19;p33">
              <a:extLst>
                <a:ext uri="{FF2B5EF4-FFF2-40B4-BE49-F238E27FC236}">
                  <a16:creationId xmlns:a16="http://schemas.microsoft.com/office/drawing/2014/main" id="{026E2ECB-8E6D-4AD7-8BBD-8666EB8B2DD0}"/>
                </a:ext>
              </a:extLst>
            </p:cNvPr>
            <p:cNvSpPr/>
            <p:nvPr/>
          </p:nvSpPr>
          <p:spPr>
            <a:xfrm>
              <a:off x="5151721" y="1770616"/>
              <a:ext cx="27070" cy="140115"/>
            </a:xfrm>
            <a:custGeom>
              <a:avLst/>
              <a:gdLst/>
              <a:ahLst/>
              <a:cxnLst/>
              <a:rect l="l" t="t" r="r" b="b"/>
              <a:pathLst>
                <a:path w="1034" h="5352" extrusionOk="0">
                  <a:moveTo>
                    <a:pt x="1034" y="0"/>
                  </a:moveTo>
                  <a:cubicBezTo>
                    <a:pt x="707" y="140"/>
                    <a:pt x="356" y="216"/>
                    <a:pt x="1" y="216"/>
                  </a:cubicBezTo>
                  <a:lnTo>
                    <a:pt x="1" y="5352"/>
                  </a:lnTo>
                  <a:lnTo>
                    <a:pt x="1034" y="5352"/>
                  </a:lnTo>
                  <a:lnTo>
                    <a:pt x="10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20;p33">
              <a:extLst>
                <a:ext uri="{FF2B5EF4-FFF2-40B4-BE49-F238E27FC236}">
                  <a16:creationId xmlns:a16="http://schemas.microsoft.com/office/drawing/2014/main" id="{7B22EC18-6E3E-CCD3-EBF0-859D32A1F882}"/>
                </a:ext>
              </a:extLst>
            </p:cNvPr>
            <p:cNvSpPr/>
            <p:nvPr/>
          </p:nvSpPr>
          <p:spPr>
            <a:xfrm>
              <a:off x="5124677" y="1770616"/>
              <a:ext cx="27070" cy="140115"/>
            </a:xfrm>
            <a:custGeom>
              <a:avLst/>
              <a:gdLst/>
              <a:ahLst/>
              <a:cxnLst/>
              <a:rect l="l" t="t" r="r" b="b"/>
              <a:pathLst>
                <a:path w="1034" h="5352" extrusionOk="0">
                  <a:moveTo>
                    <a:pt x="1" y="0"/>
                  </a:moveTo>
                  <a:lnTo>
                    <a:pt x="1" y="5352"/>
                  </a:lnTo>
                  <a:lnTo>
                    <a:pt x="1034" y="5352"/>
                  </a:lnTo>
                  <a:lnTo>
                    <a:pt x="1034" y="216"/>
                  </a:lnTo>
                  <a:cubicBezTo>
                    <a:pt x="678" y="216"/>
                    <a:pt x="323" y="14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21;p33">
              <a:extLst>
                <a:ext uri="{FF2B5EF4-FFF2-40B4-BE49-F238E27FC236}">
                  <a16:creationId xmlns:a16="http://schemas.microsoft.com/office/drawing/2014/main" id="{263A4E69-1106-7220-B171-42C24C543156}"/>
                </a:ext>
              </a:extLst>
            </p:cNvPr>
            <p:cNvSpPr/>
            <p:nvPr/>
          </p:nvSpPr>
          <p:spPr>
            <a:xfrm>
              <a:off x="5018674" y="1658854"/>
              <a:ext cx="242872" cy="251878"/>
            </a:xfrm>
            <a:custGeom>
              <a:avLst/>
              <a:gdLst/>
              <a:ahLst/>
              <a:cxnLst/>
              <a:rect l="l" t="t" r="r" b="b"/>
              <a:pathLst>
                <a:path w="9277" h="9621" extrusionOk="0">
                  <a:moveTo>
                    <a:pt x="5083" y="1"/>
                  </a:moveTo>
                  <a:cubicBezTo>
                    <a:pt x="4564" y="1"/>
                    <a:pt x="4031" y="99"/>
                    <a:pt x="3507" y="311"/>
                  </a:cubicBezTo>
                  <a:cubicBezTo>
                    <a:pt x="754" y="1430"/>
                    <a:pt x="0" y="4980"/>
                    <a:pt x="2071" y="7113"/>
                  </a:cubicBezTo>
                  <a:cubicBezTo>
                    <a:pt x="2724" y="7786"/>
                    <a:pt x="3099" y="8684"/>
                    <a:pt x="3104" y="9621"/>
                  </a:cubicBezTo>
                  <a:lnTo>
                    <a:pt x="4045" y="9621"/>
                  </a:lnTo>
                  <a:lnTo>
                    <a:pt x="4045" y="4269"/>
                  </a:lnTo>
                  <a:lnTo>
                    <a:pt x="4530" y="3549"/>
                  </a:lnTo>
                  <a:lnTo>
                    <a:pt x="5078" y="2732"/>
                  </a:lnTo>
                  <a:lnTo>
                    <a:pt x="5630" y="3549"/>
                  </a:lnTo>
                  <a:lnTo>
                    <a:pt x="6111" y="4269"/>
                  </a:lnTo>
                  <a:lnTo>
                    <a:pt x="6111" y="9621"/>
                  </a:lnTo>
                  <a:lnTo>
                    <a:pt x="7057" y="9621"/>
                  </a:lnTo>
                  <a:cubicBezTo>
                    <a:pt x="7062" y="8684"/>
                    <a:pt x="7432" y="7786"/>
                    <a:pt x="8090" y="7118"/>
                  </a:cubicBezTo>
                  <a:cubicBezTo>
                    <a:pt x="8849" y="6335"/>
                    <a:pt x="9277" y="5288"/>
                    <a:pt x="9272" y="4197"/>
                  </a:cubicBezTo>
                  <a:lnTo>
                    <a:pt x="9277" y="4197"/>
                  </a:lnTo>
                  <a:cubicBezTo>
                    <a:pt x="9273" y="1788"/>
                    <a:pt x="7299" y="1"/>
                    <a:pt x="50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22;p33">
              <a:extLst>
                <a:ext uri="{FF2B5EF4-FFF2-40B4-BE49-F238E27FC236}">
                  <a16:creationId xmlns:a16="http://schemas.microsoft.com/office/drawing/2014/main" id="{F6FC8C29-8369-45C7-E4A6-0B8C460AAB26}"/>
                </a:ext>
              </a:extLst>
            </p:cNvPr>
            <p:cNvSpPr/>
            <p:nvPr/>
          </p:nvSpPr>
          <p:spPr>
            <a:xfrm>
              <a:off x="5165570" y="1678227"/>
              <a:ext cx="79875" cy="97442"/>
            </a:xfrm>
            <a:custGeom>
              <a:avLst/>
              <a:gdLst/>
              <a:ahLst/>
              <a:cxnLst/>
              <a:rect l="l" t="t" r="r" b="b"/>
              <a:pathLst>
                <a:path w="3051" h="3722" extrusionOk="0">
                  <a:moveTo>
                    <a:pt x="369" y="1"/>
                  </a:moveTo>
                  <a:cubicBezTo>
                    <a:pt x="94" y="1"/>
                    <a:pt x="0" y="429"/>
                    <a:pt x="308" y="517"/>
                  </a:cubicBezTo>
                  <a:cubicBezTo>
                    <a:pt x="1619" y="897"/>
                    <a:pt x="2522" y="2093"/>
                    <a:pt x="2527" y="3457"/>
                  </a:cubicBezTo>
                  <a:cubicBezTo>
                    <a:pt x="2527" y="3601"/>
                    <a:pt x="2642" y="3721"/>
                    <a:pt x="2787" y="3721"/>
                  </a:cubicBezTo>
                  <a:cubicBezTo>
                    <a:pt x="2931" y="3721"/>
                    <a:pt x="3051" y="3601"/>
                    <a:pt x="3051" y="3457"/>
                  </a:cubicBezTo>
                  <a:cubicBezTo>
                    <a:pt x="3046" y="1857"/>
                    <a:pt x="1984" y="459"/>
                    <a:pt x="452" y="13"/>
                  </a:cubicBezTo>
                  <a:cubicBezTo>
                    <a:pt x="423" y="4"/>
                    <a:pt x="395" y="1"/>
                    <a:pt x="3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823;p33">
              <a:extLst>
                <a:ext uri="{FF2B5EF4-FFF2-40B4-BE49-F238E27FC236}">
                  <a16:creationId xmlns:a16="http://schemas.microsoft.com/office/drawing/2014/main" id="{2303D89C-AEA3-CB44-C075-48F20962B54A}"/>
                </a:ext>
              </a:extLst>
            </p:cNvPr>
            <p:cNvSpPr/>
            <p:nvPr/>
          </p:nvSpPr>
          <p:spPr>
            <a:xfrm>
              <a:off x="5141118" y="1675033"/>
              <a:ext cx="24766" cy="13849"/>
            </a:xfrm>
            <a:custGeom>
              <a:avLst/>
              <a:gdLst/>
              <a:ahLst/>
              <a:cxnLst/>
              <a:rect l="l" t="t" r="r" b="b"/>
              <a:pathLst>
                <a:path w="946" h="529" extrusionOk="0">
                  <a:moveTo>
                    <a:pt x="348" y="0"/>
                  </a:moveTo>
                  <a:cubicBezTo>
                    <a:pt x="1" y="5"/>
                    <a:pt x="12" y="524"/>
                    <a:pt x="353" y="524"/>
                  </a:cubicBezTo>
                  <a:cubicBezTo>
                    <a:pt x="356" y="524"/>
                    <a:pt x="359" y="524"/>
                    <a:pt x="363" y="524"/>
                  </a:cubicBezTo>
                  <a:lnTo>
                    <a:pt x="396" y="524"/>
                  </a:lnTo>
                  <a:cubicBezTo>
                    <a:pt x="454" y="524"/>
                    <a:pt x="511" y="524"/>
                    <a:pt x="574" y="529"/>
                  </a:cubicBezTo>
                  <a:lnTo>
                    <a:pt x="588" y="529"/>
                  </a:lnTo>
                  <a:cubicBezTo>
                    <a:pt x="591" y="529"/>
                    <a:pt x="595" y="529"/>
                    <a:pt x="598" y="529"/>
                  </a:cubicBezTo>
                  <a:cubicBezTo>
                    <a:pt x="934" y="529"/>
                    <a:pt x="945" y="14"/>
                    <a:pt x="598" y="5"/>
                  </a:cubicBezTo>
                  <a:cubicBezTo>
                    <a:pt x="516" y="0"/>
                    <a:pt x="430" y="0"/>
                    <a:pt x="3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24;p33">
              <a:extLst>
                <a:ext uri="{FF2B5EF4-FFF2-40B4-BE49-F238E27FC236}">
                  <a16:creationId xmlns:a16="http://schemas.microsoft.com/office/drawing/2014/main" id="{B033ED3F-7C93-A61A-DDEA-3389C2296895}"/>
                </a:ext>
              </a:extLst>
            </p:cNvPr>
            <p:cNvSpPr/>
            <p:nvPr/>
          </p:nvSpPr>
          <p:spPr>
            <a:xfrm>
              <a:off x="5279505" y="1763312"/>
              <a:ext cx="30343" cy="13744"/>
            </a:xfrm>
            <a:custGeom>
              <a:avLst/>
              <a:gdLst/>
              <a:ahLst/>
              <a:cxnLst/>
              <a:rect l="l" t="t" r="r" b="b"/>
              <a:pathLst>
                <a:path w="1159" h="525" extrusionOk="0">
                  <a:moveTo>
                    <a:pt x="351" y="1"/>
                  </a:moveTo>
                  <a:cubicBezTo>
                    <a:pt x="1" y="1"/>
                    <a:pt x="1" y="524"/>
                    <a:pt x="351" y="524"/>
                  </a:cubicBezTo>
                  <a:lnTo>
                    <a:pt x="808" y="524"/>
                  </a:lnTo>
                  <a:cubicBezTo>
                    <a:pt x="1158" y="524"/>
                    <a:pt x="1158" y="1"/>
                    <a:pt x="8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25;p33">
              <a:extLst>
                <a:ext uri="{FF2B5EF4-FFF2-40B4-BE49-F238E27FC236}">
                  <a16:creationId xmlns:a16="http://schemas.microsoft.com/office/drawing/2014/main" id="{F17698F7-1ECE-8140-E0FF-7C5A7AB944CC}"/>
                </a:ext>
              </a:extLst>
            </p:cNvPr>
            <p:cNvSpPr/>
            <p:nvPr/>
          </p:nvSpPr>
          <p:spPr>
            <a:xfrm>
              <a:off x="4993515" y="1763312"/>
              <a:ext cx="30343" cy="13744"/>
            </a:xfrm>
            <a:custGeom>
              <a:avLst/>
              <a:gdLst/>
              <a:ahLst/>
              <a:cxnLst/>
              <a:rect l="l" t="t" r="r" b="b"/>
              <a:pathLst>
                <a:path w="1159" h="525" extrusionOk="0">
                  <a:moveTo>
                    <a:pt x="351" y="1"/>
                  </a:moveTo>
                  <a:cubicBezTo>
                    <a:pt x="0" y="1"/>
                    <a:pt x="0" y="524"/>
                    <a:pt x="351" y="524"/>
                  </a:cubicBezTo>
                  <a:lnTo>
                    <a:pt x="807" y="524"/>
                  </a:lnTo>
                  <a:cubicBezTo>
                    <a:pt x="1158" y="524"/>
                    <a:pt x="1158" y="1"/>
                    <a:pt x="8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26;p33">
              <a:extLst>
                <a:ext uri="{FF2B5EF4-FFF2-40B4-BE49-F238E27FC236}">
                  <a16:creationId xmlns:a16="http://schemas.microsoft.com/office/drawing/2014/main" id="{FF9591DC-9849-699B-AC33-66252BA29432}"/>
                </a:ext>
              </a:extLst>
            </p:cNvPr>
            <p:cNvSpPr/>
            <p:nvPr/>
          </p:nvSpPr>
          <p:spPr>
            <a:xfrm>
              <a:off x="5260760" y="1688725"/>
              <a:ext cx="30107" cy="19897"/>
            </a:xfrm>
            <a:custGeom>
              <a:avLst/>
              <a:gdLst/>
              <a:ahLst/>
              <a:cxnLst/>
              <a:rect l="l" t="t" r="r" b="b"/>
              <a:pathLst>
                <a:path w="1150" h="760" extrusionOk="0">
                  <a:moveTo>
                    <a:pt x="769" y="0"/>
                  </a:moveTo>
                  <a:cubicBezTo>
                    <a:pt x="725" y="0"/>
                    <a:pt x="678" y="12"/>
                    <a:pt x="630" y="39"/>
                  </a:cubicBezTo>
                  <a:lnTo>
                    <a:pt x="236" y="270"/>
                  </a:lnTo>
                  <a:cubicBezTo>
                    <a:pt x="1" y="404"/>
                    <a:pt x="97" y="760"/>
                    <a:pt x="366" y="760"/>
                  </a:cubicBezTo>
                  <a:cubicBezTo>
                    <a:pt x="414" y="760"/>
                    <a:pt x="457" y="745"/>
                    <a:pt x="496" y="721"/>
                  </a:cubicBezTo>
                  <a:lnTo>
                    <a:pt x="894" y="496"/>
                  </a:lnTo>
                  <a:cubicBezTo>
                    <a:pt x="1150" y="346"/>
                    <a:pt x="1005" y="0"/>
                    <a:pt x="7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827;p33">
              <a:extLst>
                <a:ext uri="{FF2B5EF4-FFF2-40B4-BE49-F238E27FC236}">
                  <a16:creationId xmlns:a16="http://schemas.microsoft.com/office/drawing/2014/main" id="{589DE26E-75F2-2825-29B7-1F701291836C}"/>
                </a:ext>
              </a:extLst>
            </p:cNvPr>
            <p:cNvSpPr/>
            <p:nvPr/>
          </p:nvSpPr>
          <p:spPr>
            <a:xfrm>
              <a:off x="5012993" y="1831721"/>
              <a:ext cx="30107" cy="19897"/>
            </a:xfrm>
            <a:custGeom>
              <a:avLst/>
              <a:gdLst/>
              <a:ahLst/>
              <a:cxnLst/>
              <a:rect l="l" t="t" r="r" b="b"/>
              <a:pathLst>
                <a:path w="1150" h="760" extrusionOk="0">
                  <a:moveTo>
                    <a:pt x="772" y="1"/>
                  </a:moveTo>
                  <a:cubicBezTo>
                    <a:pt x="728" y="1"/>
                    <a:pt x="682" y="12"/>
                    <a:pt x="635" y="39"/>
                  </a:cubicBezTo>
                  <a:lnTo>
                    <a:pt x="236" y="270"/>
                  </a:lnTo>
                  <a:cubicBezTo>
                    <a:pt x="1" y="404"/>
                    <a:pt x="97" y="760"/>
                    <a:pt x="366" y="760"/>
                  </a:cubicBezTo>
                  <a:cubicBezTo>
                    <a:pt x="414" y="760"/>
                    <a:pt x="457" y="746"/>
                    <a:pt x="501" y="726"/>
                  </a:cubicBezTo>
                  <a:lnTo>
                    <a:pt x="894" y="496"/>
                  </a:lnTo>
                  <a:cubicBezTo>
                    <a:pt x="1150" y="346"/>
                    <a:pt x="1005" y="1"/>
                    <a:pt x="7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28;p33">
              <a:extLst>
                <a:ext uri="{FF2B5EF4-FFF2-40B4-BE49-F238E27FC236}">
                  <a16:creationId xmlns:a16="http://schemas.microsoft.com/office/drawing/2014/main" id="{9FD06547-75A9-CFEE-D6A6-2978760A1BBF}"/>
                </a:ext>
              </a:extLst>
            </p:cNvPr>
            <p:cNvSpPr/>
            <p:nvPr/>
          </p:nvSpPr>
          <p:spPr>
            <a:xfrm>
              <a:off x="5211594" y="1634166"/>
              <a:ext cx="23719" cy="24295"/>
            </a:xfrm>
            <a:custGeom>
              <a:avLst/>
              <a:gdLst/>
              <a:ahLst/>
              <a:cxnLst/>
              <a:rect l="l" t="t" r="r" b="b"/>
              <a:pathLst>
                <a:path w="906" h="928" extrusionOk="0">
                  <a:moveTo>
                    <a:pt x="549" y="1"/>
                  </a:moveTo>
                  <a:cubicBezTo>
                    <a:pt x="468" y="1"/>
                    <a:pt x="386" y="40"/>
                    <a:pt x="332" y="134"/>
                  </a:cubicBezTo>
                  <a:lnTo>
                    <a:pt x="101" y="533"/>
                  </a:lnTo>
                  <a:cubicBezTo>
                    <a:pt x="1" y="706"/>
                    <a:pt x="125" y="927"/>
                    <a:pt x="327" y="927"/>
                  </a:cubicBezTo>
                  <a:cubicBezTo>
                    <a:pt x="423" y="927"/>
                    <a:pt x="510" y="879"/>
                    <a:pt x="558" y="797"/>
                  </a:cubicBezTo>
                  <a:lnTo>
                    <a:pt x="784" y="399"/>
                  </a:lnTo>
                  <a:cubicBezTo>
                    <a:pt x="906" y="190"/>
                    <a:pt x="728" y="1"/>
                    <a:pt x="5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829;p33">
              <a:extLst>
                <a:ext uri="{FF2B5EF4-FFF2-40B4-BE49-F238E27FC236}">
                  <a16:creationId xmlns:a16="http://schemas.microsoft.com/office/drawing/2014/main" id="{6E4D69DA-AA18-1FD1-313A-295F322611A1}"/>
                </a:ext>
              </a:extLst>
            </p:cNvPr>
            <p:cNvSpPr/>
            <p:nvPr/>
          </p:nvSpPr>
          <p:spPr>
            <a:xfrm>
              <a:off x="5144809" y="1614322"/>
              <a:ext cx="13744" cy="25761"/>
            </a:xfrm>
            <a:custGeom>
              <a:avLst/>
              <a:gdLst/>
              <a:ahLst/>
              <a:cxnLst/>
              <a:rect l="l" t="t" r="r" b="b"/>
              <a:pathLst>
                <a:path w="525" h="984" extrusionOk="0">
                  <a:moveTo>
                    <a:pt x="262" y="0"/>
                  </a:moveTo>
                  <a:cubicBezTo>
                    <a:pt x="131" y="0"/>
                    <a:pt x="1" y="88"/>
                    <a:pt x="1" y="263"/>
                  </a:cubicBezTo>
                  <a:lnTo>
                    <a:pt x="1" y="719"/>
                  </a:lnTo>
                  <a:cubicBezTo>
                    <a:pt x="1" y="864"/>
                    <a:pt x="116" y="984"/>
                    <a:pt x="265" y="984"/>
                  </a:cubicBezTo>
                  <a:cubicBezTo>
                    <a:pt x="409" y="984"/>
                    <a:pt x="524" y="864"/>
                    <a:pt x="524" y="719"/>
                  </a:cubicBezTo>
                  <a:lnTo>
                    <a:pt x="524" y="263"/>
                  </a:lnTo>
                  <a:cubicBezTo>
                    <a:pt x="524" y="88"/>
                    <a:pt x="393" y="0"/>
                    <a:pt x="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30;p33">
              <a:extLst>
                <a:ext uri="{FF2B5EF4-FFF2-40B4-BE49-F238E27FC236}">
                  <a16:creationId xmlns:a16="http://schemas.microsoft.com/office/drawing/2014/main" id="{5ECAC1DE-4805-3515-3EEC-90BD5FC16626}"/>
                </a:ext>
              </a:extLst>
            </p:cNvPr>
            <p:cNvSpPr/>
            <p:nvPr/>
          </p:nvSpPr>
          <p:spPr>
            <a:xfrm>
              <a:off x="5068023" y="1634166"/>
              <a:ext cx="23745" cy="24295"/>
            </a:xfrm>
            <a:custGeom>
              <a:avLst/>
              <a:gdLst/>
              <a:ahLst/>
              <a:cxnLst/>
              <a:rect l="l" t="t" r="r" b="b"/>
              <a:pathLst>
                <a:path w="907" h="928" extrusionOk="0">
                  <a:moveTo>
                    <a:pt x="359" y="1"/>
                  </a:moveTo>
                  <a:cubicBezTo>
                    <a:pt x="179" y="1"/>
                    <a:pt x="1" y="190"/>
                    <a:pt x="123" y="399"/>
                  </a:cubicBezTo>
                  <a:lnTo>
                    <a:pt x="354" y="797"/>
                  </a:lnTo>
                  <a:cubicBezTo>
                    <a:pt x="397" y="874"/>
                    <a:pt x="483" y="927"/>
                    <a:pt x="580" y="927"/>
                  </a:cubicBezTo>
                  <a:cubicBezTo>
                    <a:pt x="781" y="927"/>
                    <a:pt x="906" y="706"/>
                    <a:pt x="805" y="533"/>
                  </a:cubicBezTo>
                  <a:lnTo>
                    <a:pt x="580" y="134"/>
                  </a:lnTo>
                  <a:cubicBezTo>
                    <a:pt x="524" y="40"/>
                    <a:pt x="441" y="1"/>
                    <a:pt x="3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31;p33">
              <a:extLst>
                <a:ext uri="{FF2B5EF4-FFF2-40B4-BE49-F238E27FC236}">
                  <a16:creationId xmlns:a16="http://schemas.microsoft.com/office/drawing/2014/main" id="{F5479830-A3ED-407A-A2DB-4580CC1CE554}"/>
                </a:ext>
              </a:extLst>
            </p:cNvPr>
            <p:cNvSpPr/>
            <p:nvPr/>
          </p:nvSpPr>
          <p:spPr>
            <a:xfrm>
              <a:off x="5012391" y="1688673"/>
              <a:ext cx="30028" cy="19949"/>
            </a:xfrm>
            <a:custGeom>
              <a:avLst/>
              <a:gdLst/>
              <a:ahLst/>
              <a:cxnLst/>
              <a:rect l="l" t="t" r="r" b="b"/>
              <a:pathLst>
                <a:path w="1147" h="762" extrusionOk="0">
                  <a:moveTo>
                    <a:pt x="380" y="1"/>
                  </a:moveTo>
                  <a:cubicBezTo>
                    <a:pt x="147" y="1"/>
                    <a:pt x="0" y="348"/>
                    <a:pt x="259" y="498"/>
                  </a:cubicBezTo>
                  <a:lnTo>
                    <a:pt x="653" y="723"/>
                  </a:lnTo>
                  <a:cubicBezTo>
                    <a:pt x="696" y="747"/>
                    <a:pt x="740" y="762"/>
                    <a:pt x="788" y="762"/>
                  </a:cubicBezTo>
                  <a:lnTo>
                    <a:pt x="783" y="757"/>
                  </a:lnTo>
                  <a:lnTo>
                    <a:pt x="783" y="757"/>
                  </a:lnTo>
                  <a:cubicBezTo>
                    <a:pt x="785" y="757"/>
                    <a:pt x="787" y="757"/>
                    <a:pt x="788" y="757"/>
                  </a:cubicBezTo>
                  <a:cubicBezTo>
                    <a:pt x="1058" y="757"/>
                    <a:pt x="1147" y="401"/>
                    <a:pt x="917" y="267"/>
                  </a:cubicBezTo>
                  <a:lnTo>
                    <a:pt x="519" y="41"/>
                  </a:lnTo>
                  <a:cubicBezTo>
                    <a:pt x="471" y="13"/>
                    <a:pt x="424" y="1"/>
                    <a:pt x="3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32;p33">
              <a:extLst>
                <a:ext uri="{FF2B5EF4-FFF2-40B4-BE49-F238E27FC236}">
                  <a16:creationId xmlns:a16="http://schemas.microsoft.com/office/drawing/2014/main" id="{666B4190-B34D-F271-4C0A-EB3C1D30EF87}"/>
                </a:ext>
              </a:extLst>
            </p:cNvPr>
            <p:cNvSpPr/>
            <p:nvPr/>
          </p:nvSpPr>
          <p:spPr>
            <a:xfrm>
              <a:off x="5260237" y="1831721"/>
              <a:ext cx="30107" cy="19897"/>
            </a:xfrm>
            <a:custGeom>
              <a:avLst/>
              <a:gdLst/>
              <a:ahLst/>
              <a:cxnLst/>
              <a:rect l="l" t="t" r="r" b="b"/>
              <a:pathLst>
                <a:path w="1150" h="760" extrusionOk="0">
                  <a:moveTo>
                    <a:pt x="379" y="1"/>
                  </a:moveTo>
                  <a:cubicBezTo>
                    <a:pt x="146" y="1"/>
                    <a:pt x="1" y="346"/>
                    <a:pt x="256" y="496"/>
                  </a:cubicBezTo>
                  <a:lnTo>
                    <a:pt x="650" y="722"/>
                  </a:lnTo>
                  <a:cubicBezTo>
                    <a:pt x="693" y="746"/>
                    <a:pt x="737" y="760"/>
                    <a:pt x="785" y="760"/>
                  </a:cubicBezTo>
                  <a:cubicBezTo>
                    <a:pt x="1054" y="760"/>
                    <a:pt x="1150" y="404"/>
                    <a:pt x="914" y="270"/>
                  </a:cubicBezTo>
                  <a:lnTo>
                    <a:pt x="516" y="39"/>
                  </a:lnTo>
                  <a:cubicBezTo>
                    <a:pt x="469" y="12"/>
                    <a:pt x="422" y="1"/>
                    <a:pt x="3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33;p33">
              <a:extLst>
                <a:ext uri="{FF2B5EF4-FFF2-40B4-BE49-F238E27FC236}">
                  <a16:creationId xmlns:a16="http://schemas.microsoft.com/office/drawing/2014/main" id="{09141410-2F61-B8EB-8957-9AE93CAC2A79}"/>
                </a:ext>
              </a:extLst>
            </p:cNvPr>
            <p:cNvSpPr/>
            <p:nvPr/>
          </p:nvSpPr>
          <p:spPr>
            <a:xfrm>
              <a:off x="5023831" y="1652414"/>
              <a:ext cx="256197" cy="344607"/>
            </a:xfrm>
            <a:custGeom>
              <a:avLst/>
              <a:gdLst/>
              <a:ahLst/>
              <a:cxnLst/>
              <a:rect l="l" t="t" r="r" b="b"/>
              <a:pathLst>
                <a:path w="9786" h="13163" extrusionOk="0">
                  <a:moveTo>
                    <a:pt x="4886" y="3444"/>
                  </a:moveTo>
                  <a:lnTo>
                    <a:pt x="5040" y="3679"/>
                  </a:lnTo>
                  <a:cubicBezTo>
                    <a:pt x="4989" y="3691"/>
                    <a:pt x="4936" y="3697"/>
                    <a:pt x="4883" y="3697"/>
                  </a:cubicBezTo>
                  <a:cubicBezTo>
                    <a:pt x="4831" y="3697"/>
                    <a:pt x="4778" y="3691"/>
                    <a:pt x="4727" y="3679"/>
                  </a:cubicBezTo>
                  <a:lnTo>
                    <a:pt x="4886" y="3444"/>
                  </a:lnTo>
                  <a:close/>
                  <a:moveTo>
                    <a:pt x="5342" y="4136"/>
                  </a:moveTo>
                  <a:lnTo>
                    <a:pt x="5510" y="4381"/>
                  </a:lnTo>
                  <a:cubicBezTo>
                    <a:pt x="5306" y="4436"/>
                    <a:pt x="5095" y="4464"/>
                    <a:pt x="4883" y="4464"/>
                  </a:cubicBezTo>
                  <a:cubicBezTo>
                    <a:pt x="4672" y="4464"/>
                    <a:pt x="4461" y="4436"/>
                    <a:pt x="4256" y="4381"/>
                  </a:cubicBezTo>
                  <a:lnTo>
                    <a:pt x="4425" y="4136"/>
                  </a:lnTo>
                  <a:cubicBezTo>
                    <a:pt x="4571" y="4193"/>
                    <a:pt x="4727" y="4222"/>
                    <a:pt x="4883" y="4222"/>
                  </a:cubicBezTo>
                  <a:cubicBezTo>
                    <a:pt x="5040" y="4222"/>
                    <a:pt x="5196" y="4193"/>
                    <a:pt x="5342" y="4136"/>
                  </a:cubicBezTo>
                  <a:close/>
                  <a:moveTo>
                    <a:pt x="4112" y="4885"/>
                  </a:moveTo>
                  <a:cubicBezTo>
                    <a:pt x="4280" y="4928"/>
                    <a:pt x="4449" y="4962"/>
                    <a:pt x="4622" y="4976"/>
                  </a:cubicBezTo>
                  <a:lnTo>
                    <a:pt x="4622" y="9603"/>
                  </a:lnTo>
                  <a:lnTo>
                    <a:pt x="4112" y="9603"/>
                  </a:lnTo>
                  <a:lnTo>
                    <a:pt x="4112" y="4885"/>
                  </a:lnTo>
                  <a:close/>
                  <a:moveTo>
                    <a:pt x="5654" y="4885"/>
                  </a:moveTo>
                  <a:lnTo>
                    <a:pt x="5654" y="9603"/>
                  </a:lnTo>
                  <a:lnTo>
                    <a:pt x="5145" y="9603"/>
                  </a:lnTo>
                  <a:lnTo>
                    <a:pt x="5145" y="4976"/>
                  </a:lnTo>
                  <a:cubicBezTo>
                    <a:pt x="5318" y="4962"/>
                    <a:pt x="5486" y="4933"/>
                    <a:pt x="5654" y="4885"/>
                  </a:cubicBezTo>
                  <a:close/>
                  <a:moveTo>
                    <a:pt x="4886" y="513"/>
                  </a:moveTo>
                  <a:cubicBezTo>
                    <a:pt x="6466" y="513"/>
                    <a:pt x="7888" y="1455"/>
                    <a:pt x="8503" y="2911"/>
                  </a:cubicBezTo>
                  <a:cubicBezTo>
                    <a:pt x="9123" y="4361"/>
                    <a:pt x="8806" y="6043"/>
                    <a:pt x="7706" y="7177"/>
                  </a:cubicBezTo>
                  <a:lnTo>
                    <a:pt x="7706" y="7181"/>
                  </a:lnTo>
                  <a:cubicBezTo>
                    <a:pt x="7062" y="7830"/>
                    <a:pt x="6678" y="8690"/>
                    <a:pt x="6610" y="9603"/>
                  </a:cubicBezTo>
                  <a:lnTo>
                    <a:pt x="6183" y="9603"/>
                  </a:lnTo>
                  <a:lnTo>
                    <a:pt x="6183" y="4515"/>
                  </a:lnTo>
                  <a:cubicBezTo>
                    <a:pt x="6183" y="4462"/>
                    <a:pt x="6164" y="4414"/>
                    <a:pt x="6135" y="4371"/>
                  </a:cubicBezTo>
                  <a:lnTo>
                    <a:pt x="5102" y="2829"/>
                  </a:lnTo>
                  <a:cubicBezTo>
                    <a:pt x="5052" y="2750"/>
                    <a:pt x="4969" y="2710"/>
                    <a:pt x="4885" y="2710"/>
                  </a:cubicBezTo>
                  <a:cubicBezTo>
                    <a:pt x="4802" y="2710"/>
                    <a:pt x="4718" y="2750"/>
                    <a:pt x="4665" y="2829"/>
                  </a:cubicBezTo>
                  <a:lnTo>
                    <a:pt x="3632" y="4371"/>
                  </a:lnTo>
                  <a:cubicBezTo>
                    <a:pt x="3603" y="4414"/>
                    <a:pt x="3589" y="4462"/>
                    <a:pt x="3589" y="4515"/>
                  </a:cubicBezTo>
                  <a:lnTo>
                    <a:pt x="3589" y="9603"/>
                  </a:lnTo>
                  <a:lnTo>
                    <a:pt x="3161" y="9603"/>
                  </a:lnTo>
                  <a:cubicBezTo>
                    <a:pt x="3094" y="8690"/>
                    <a:pt x="2705" y="7830"/>
                    <a:pt x="2061" y="7177"/>
                  </a:cubicBezTo>
                  <a:cubicBezTo>
                    <a:pt x="975" y="6048"/>
                    <a:pt x="658" y="4385"/>
                    <a:pt x="1259" y="2939"/>
                  </a:cubicBezTo>
                  <a:cubicBezTo>
                    <a:pt x="1859" y="1489"/>
                    <a:pt x="3262" y="537"/>
                    <a:pt x="4828" y="513"/>
                  </a:cubicBezTo>
                  <a:close/>
                  <a:moveTo>
                    <a:pt x="6601" y="10131"/>
                  </a:moveTo>
                  <a:lnTo>
                    <a:pt x="6601" y="10467"/>
                  </a:lnTo>
                  <a:lnTo>
                    <a:pt x="6601" y="10520"/>
                  </a:lnTo>
                  <a:lnTo>
                    <a:pt x="3171" y="10520"/>
                  </a:lnTo>
                  <a:cubicBezTo>
                    <a:pt x="3171" y="10506"/>
                    <a:pt x="3166" y="10487"/>
                    <a:pt x="3166" y="10467"/>
                  </a:cubicBezTo>
                  <a:lnTo>
                    <a:pt x="3166" y="10131"/>
                  </a:lnTo>
                  <a:close/>
                  <a:moveTo>
                    <a:pt x="6476" y="11044"/>
                  </a:moveTo>
                  <a:cubicBezTo>
                    <a:pt x="6245" y="11558"/>
                    <a:pt x="5741" y="11885"/>
                    <a:pt x="5179" y="11885"/>
                  </a:cubicBezTo>
                  <a:lnTo>
                    <a:pt x="4588" y="11885"/>
                  </a:lnTo>
                  <a:cubicBezTo>
                    <a:pt x="4031" y="11885"/>
                    <a:pt x="3521" y="11558"/>
                    <a:pt x="3291" y="11044"/>
                  </a:cubicBezTo>
                  <a:close/>
                  <a:moveTo>
                    <a:pt x="5299" y="12408"/>
                  </a:moveTo>
                  <a:lnTo>
                    <a:pt x="5299" y="12418"/>
                  </a:lnTo>
                  <a:lnTo>
                    <a:pt x="5304" y="12423"/>
                  </a:lnTo>
                  <a:cubicBezTo>
                    <a:pt x="5304" y="12543"/>
                    <a:pt x="5203" y="12639"/>
                    <a:pt x="5083" y="12639"/>
                  </a:cubicBezTo>
                  <a:lnTo>
                    <a:pt x="4684" y="12639"/>
                  </a:lnTo>
                  <a:cubicBezTo>
                    <a:pt x="4564" y="12639"/>
                    <a:pt x="4463" y="12543"/>
                    <a:pt x="4463" y="12423"/>
                  </a:cubicBezTo>
                  <a:lnTo>
                    <a:pt x="4463" y="12408"/>
                  </a:lnTo>
                  <a:close/>
                  <a:moveTo>
                    <a:pt x="4902" y="1"/>
                  </a:moveTo>
                  <a:cubicBezTo>
                    <a:pt x="3766" y="1"/>
                    <a:pt x="2630" y="432"/>
                    <a:pt x="1763" y="1292"/>
                  </a:cubicBezTo>
                  <a:cubicBezTo>
                    <a:pt x="34" y="3007"/>
                    <a:pt x="0" y="5788"/>
                    <a:pt x="1681" y="7542"/>
                  </a:cubicBezTo>
                  <a:cubicBezTo>
                    <a:pt x="2296" y="8161"/>
                    <a:pt x="2637" y="8997"/>
                    <a:pt x="2642" y="9867"/>
                  </a:cubicBezTo>
                  <a:lnTo>
                    <a:pt x="2642" y="10467"/>
                  </a:lnTo>
                  <a:cubicBezTo>
                    <a:pt x="2647" y="11289"/>
                    <a:pt x="3166" y="12024"/>
                    <a:pt x="3939" y="12298"/>
                  </a:cubicBezTo>
                  <a:lnTo>
                    <a:pt x="3939" y="12418"/>
                  </a:lnTo>
                  <a:cubicBezTo>
                    <a:pt x="3939" y="12831"/>
                    <a:pt x="4276" y="13162"/>
                    <a:pt x="4684" y="13162"/>
                  </a:cubicBezTo>
                  <a:lnTo>
                    <a:pt x="5088" y="13162"/>
                  </a:lnTo>
                  <a:cubicBezTo>
                    <a:pt x="5496" y="13162"/>
                    <a:pt x="5832" y="12831"/>
                    <a:pt x="5832" y="12418"/>
                  </a:cubicBezTo>
                  <a:lnTo>
                    <a:pt x="5832" y="12298"/>
                  </a:lnTo>
                  <a:cubicBezTo>
                    <a:pt x="6606" y="12024"/>
                    <a:pt x="7124" y="11289"/>
                    <a:pt x="7129" y="10467"/>
                  </a:cubicBezTo>
                  <a:lnTo>
                    <a:pt x="7129" y="9867"/>
                  </a:lnTo>
                  <a:cubicBezTo>
                    <a:pt x="7129" y="8997"/>
                    <a:pt x="7470" y="8161"/>
                    <a:pt x="8080" y="7547"/>
                  </a:cubicBezTo>
                  <a:cubicBezTo>
                    <a:pt x="9786" y="5788"/>
                    <a:pt x="9757" y="2988"/>
                    <a:pt x="8013" y="1268"/>
                  </a:cubicBezTo>
                  <a:cubicBezTo>
                    <a:pt x="7149" y="422"/>
                    <a:pt x="6025" y="1"/>
                    <a:pt x="49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184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0">
          <a:extLst>
            <a:ext uri="{FF2B5EF4-FFF2-40B4-BE49-F238E27FC236}">
              <a16:creationId xmlns:a16="http://schemas.microsoft.com/office/drawing/2014/main" id="{0ECC9F3A-0699-BB0A-84A5-AB64E4E9F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37">
            <a:extLst>
              <a:ext uri="{FF2B5EF4-FFF2-40B4-BE49-F238E27FC236}">
                <a16:creationId xmlns:a16="http://schemas.microsoft.com/office/drawing/2014/main" id="{4FFA0769-F4CC-D75D-4F8C-E50AD92DBA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0334" y="527899"/>
            <a:ext cx="7699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 err="1">
                <a:latin typeface="프리젠테이션 8 ExtraBold" pitchFamily="2" charset="-127"/>
                <a:ea typeface="프리젠테이션 8 ExtraBold" pitchFamily="2" charset="-127"/>
              </a:rPr>
              <a:t>서버－클라이언트</a:t>
            </a:r>
            <a:endParaRPr sz="3000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1036" name="Google Shape;1036;p37">
            <a:extLst>
              <a:ext uri="{FF2B5EF4-FFF2-40B4-BE49-F238E27FC236}">
                <a16:creationId xmlns:a16="http://schemas.microsoft.com/office/drawing/2014/main" id="{7E83FFF3-4FFD-3811-EE6E-9ED25F821141}"/>
              </a:ext>
            </a:extLst>
          </p:cNvPr>
          <p:cNvGrpSpPr/>
          <p:nvPr/>
        </p:nvGrpSpPr>
        <p:grpSpPr>
          <a:xfrm>
            <a:off x="249340" y="527899"/>
            <a:ext cx="690784" cy="651544"/>
            <a:chOff x="5694450" y="929325"/>
            <a:chExt cx="607000" cy="578150"/>
          </a:xfrm>
        </p:grpSpPr>
        <p:sp>
          <p:nvSpPr>
            <p:cNvPr id="1037" name="Google Shape;1037;p37">
              <a:extLst>
                <a:ext uri="{FF2B5EF4-FFF2-40B4-BE49-F238E27FC236}">
                  <a16:creationId xmlns:a16="http://schemas.microsoft.com/office/drawing/2014/main" id="{EA6646BD-063B-0326-FE4C-CB1DE1B29443}"/>
                </a:ext>
              </a:extLst>
            </p:cNvPr>
            <p:cNvSpPr/>
            <p:nvPr/>
          </p:nvSpPr>
          <p:spPr>
            <a:xfrm>
              <a:off x="5694450" y="929325"/>
              <a:ext cx="607000" cy="354825"/>
            </a:xfrm>
            <a:custGeom>
              <a:avLst/>
              <a:gdLst/>
              <a:ahLst/>
              <a:cxnLst/>
              <a:rect l="l" t="t" r="r" b="b"/>
              <a:pathLst>
                <a:path w="24280" h="14193" extrusionOk="0">
                  <a:moveTo>
                    <a:pt x="11171" y="0"/>
                  </a:moveTo>
                  <a:cubicBezTo>
                    <a:pt x="8128" y="0"/>
                    <a:pt x="5661" y="2457"/>
                    <a:pt x="5642" y="5491"/>
                  </a:cubicBezTo>
                  <a:cubicBezTo>
                    <a:pt x="5255" y="5387"/>
                    <a:pt x="4858" y="5321"/>
                    <a:pt x="4442" y="5321"/>
                  </a:cubicBezTo>
                  <a:cubicBezTo>
                    <a:pt x="1985" y="5321"/>
                    <a:pt x="0" y="7305"/>
                    <a:pt x="0" y="9763"/>
                  </a:cubicBezTo>
                  <a:cubicBezTo>
                    <a:pt x="0" y="12210"/>
                    <a:pt x="1853" y="14053"/>
                    <a:pt x="4178" y="14185"/>
                  </a:cubicBezTo>
                  <a:cubicBezTo>
                    <a:pt x="4220" y="14190"/>
                    <a:pt x="8376" y="14193"/>
                    <a:pt x="12532" y="14193"/>
                  </a:cubicBezTo>
                  <a:cubicBezTo>
                    <a:pt x="16688" y="14193"/>
                    <a:pt x="20844" y="14190"/>
                    <a:pt x="20886" y="14185"/>
                  </a:cubicBezTo>
                  <a:lnTo>
                    <a:pt x="20990" y="14185"/>
                  </a:lnTo>
                  <a:lnTo>
                    <a:pt x="20990" y="14176"/>
                  </a:lnTo>
                  <a:cubicBezTo>
                    <a:pt x="22833" y="13996"/>
                    <a:pt x="24279" y="12437"/>
                    <a:pt x="24279" y="10547"/>
                  </a:cubicBezTo>
                  <a:cubicBezTo>
                    <a:pt x="24279" y="8865"/>
                    <a:pt x="23145" y="7457"/>
                    <a:pt x="21614" y="7031"/>
                  </a:cubicBezTo>
                  <a:cubicBezTo>
                    <a:pt x="21614" y="6994"/>
                    <a:pt x="21614" y="6965"/>
                    <a:pt x="21614" y="6937"/>
                  </a:cubicBezTo>
                  <a:cubicBezTo>
                    <a:pt x="21614" y="4924"/>
                    <a:pt x="19979" y="3289"/>
                    <a:pt x="17957" y="3289"/>
                  </a:cubicBezTo>
                  <a:cubicBezTo>
                    <a:pt x="17390" y="3289"/>
                    <a:pt x="16860" y="3421"/>
                    <a:pt x="16378" y="3648"/>
                  </a:cubicBezTo>
                  <a:cubicBezTo>
                    <a:pt x="15613" y="1522"/>
                    <a:pt x="13572" y="0"/>
                    <a:pt x="1117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7">
              <a:extLst>
                <a:ext uri="{FF2B5EF4-FFF2-40B4-BE49-F238E27FC236}">
                  <a16:creationId xmlns:a16="http://schemas.microsoft.com/office/drawing/2014/main" id="{F92E6F90-18C2-CFE0-A380-77ED7FC86321}"/>
                </a:ext>
              </a:extLst>
            </p:cNvPr>
            <p:cNvSpPr/>
            <p:nvPr/>
          </p:nvSpPr>
          <p:spPr>
            <a:xfrm>
              <a:off x="5862675" y="1216625"/>
              <a:ext cx="199675" cy="290850"/>
            </a:xfrm>
            <a:custGeom>
              <a:avLst/>
              <a:gdLst/>
              <a:ahLst/>
              <a:cxnLst/>
              <a:rect l="l" t="t" r="r" b="b"/>
              <a:pathLst>
                <a:path w="7987" h="11634" extrusionOk="0">
                  <a:moveTo>
                    <a:pt x="2552" y="0"/>
                  </a:moveTo>
                  <a:lnTo>
                    <a:pt x="2552" y="6398"/>
                  </a:lnTo>
                  <a:lnTo>
                    <a:pt x="0" y="6398"/>
                  </a:lnTo>
                  <a:lnTo>
                    <a:pt x="1994" y="9016"/>
                  </a:lnTo>
                  <a:lnTo>
                    <a:pt x="3998" y="11634"/>
                  </a:lnTo>
                  <a:lnTo>
                    <a:pt x="5992" y="9016"/>
                  </a:lnTo>
                  <a:lnTo>
                    <a:pt x="7986" y="6398"/>
                  </a:lnTo>
                  <a:lnTo>
                    <a:pt x="5434" y="6398"/>
                  </a:lnTo>
                  <a:lnTo>
                    <a:pt x="543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7">
              <a:extLst>
                <a:ext uri="{FF2B5EF4-FFF2-40B4-BE49-F238E27FC236}">
                  <a16:creationId xmlns:a16="http://schemas.microsoft.com/office/drawing/2014/main" id="{8D8D8DF4-FE15-B626-449A-AEF6A7086D66}"/>
                </a:ext>
              </a:extLst>
            </p:cNvPr>
            <p:cNvSpPr/>
            <p:nvPr/>
          </p:nvSpPr>
          <p:spPr>
            <a:xfrm>
              <a:off x="5933325" y="1085250"/>
              <a:ext cx="199900" cy="290875"/>
            </a:xfrm>
            <a:custGeom>
              <a:avLst/>
              <a:gdLst/>
              <a:ahLst/>
              <a:cxnLst/>
              <a:rect l="l" t="t" r="r" b="b"/>
              <a:pathLst>
                <a:path w="7996" h="11635" extrusionOk="0">
                  <a:moveTo>
                    <a:pt x="3998" y="0"/>
                  </a:moveTo>
                  <a:lnTo>
                    <a:pt x="2004" y="2618"/>
                  </a:lnTo>
                  <a:lnTo>
                    <a:pt x="0" y="5236"/>
                  </a:lnTo>
                  <a:lnTo>
                    <a:pt x="2561" y="5236"/>
                  </a:lnTo>
                  <a:lnTo>
                    <a:pt x="2561" y="11634"/>
                  </a:lnTo>
                  <a:lnTo>
                    <a:pt x="5434" y="11634"/>
                  </a:lnTo>
                  <a:lnTo>
                    <a:pt x="5434" y="5236"/>
                  </a:lnTo>
                  <a:lnTo>
                    <a:pt x="7995" y="5236"/>
                  </a:lnTo>
                  <a:lnTo>
                    <a:pt x="5992" y="2618"/>
                  </a:lnTo>
                  <a:lnTo>
                    <a:pt x="3998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그림 4" descr="텍스트, 도표, 평면도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A82BC54-0890-FF62-7A35-3145D494D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366" y="412914"/>
            <a:ext cx="4609294" cy="44923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6373FF8-34C3-C64B-EA6F-FB9AF8085AF9}"/>
              </a:ext>
            </a:extLst>
          </p:cNvPr>
          <p:cNvSpPr txBox="1"/>
          <p:nvPr/>
        </p:nvSpPr>
        <p:spPr>
          <a:xfrm>
            <a:off x="431258" y="1691860"/>
            <a:ext cx="34168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클라이언트는　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TCP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소켓을　통해　서버에　요청　전달</a:t>
            </a:r>
            <a:endParaRPr lang="en-US" altLang="ko-KR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서버는 요청에 따라 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Handler 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클래스에서 처리 후 텍스트 파일 저장</a:t>
            </a:r>
            <a:endParaRPr lang="en-US" altLang="ko-KR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최대 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3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명까지 로그인 가능 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4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명부터는 대기 처리</a:t>
            </a:r>
          </a:p>
        </p:txBody>
      </p:sp>
    </p:spTree>
    <p:extLst>
      <p:ext uri="{BB962C8B-B14F-4D97-AF65-F5344CB8AC3E}">
        <p14:creationId xmlns:p14="http://schemas.microsoft.com/office/powerpoint/2010/main" val="843796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3">
          <a:extLst>
            <a:ext uri="{FF2B5EF4-FFF2-40B4-BE49-F238E27FC236}">
              <a16:creationId xmlns:a16="http://schemas.microsoft.com/office/drawing/2014/main" id="{7E4E04B5-AA82-2616-5855-8648B372E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38">
            <a:extLst>
              <a:ext uri="{FF2B5EF4-FFF2-40B4-BE49-F238E27FC236}">
                <a16:creationId xmlns:a16="http://schemas.microsoft.com/office/drawing/2014/main" id="{EDF4D0D3-67C7-4136-88A8-AD61B4CF50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latin typeface="프리젠테이션 8 ExtraBold" pitchFamily="2" charset="-127"/>
                <a:ea typeface="프리젠테이션 8 ExtraBold" pitchFamily="2" charset="-127"/>
              </a:rPr>
              <a:t>파일 구조 및 </a:t>
            </a:r>
            <a:r>
              <a:rPr lang="en" sz="3000" dirty="0">
                <a:latin typeface="프리젠테이션 8 ExtraBold" pitchFamily="2" charset="-127"/>
                <a:ea typeface="프리젠테이션 8 ExtraBold" pitchFamily="2" charset="-127"/>
              </a:rPr>
              <a:t>MVC </a:t>
            </a:r>
            <a:r>
              <a:rPr lang="ko-KR" altLang="en-US" sz="3000" dirty="0">
                <a:latin typeface="프리젠테이션 8 ExtraBold" pitchFamily="2" charset="-127"/>
                <a:ea typeface="프리젠테이션 8 ExtraBold" pitchFamily="2" charset="-127"/>
              </a:rPr>
              <a:t>패턴 적용</a:t>
            </a:r>
            <a:endParaRPr sz="3000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1046" name="Google Shape;1046;p38">
            <a:extLst>
              <a:ext uri="{FF2B5EF4-FFF2-40B4-BE49-F238E27FC236}">
                <a16:creationId xmlns:a16="http://schemas.microsoft.com/office/drawing/2014/main" id="{15E18C6F-E470-8446-9DE8-DF9C2D91AFE7}"/>
              </a:ext>
            </a:extLst>
          </p:cNvPr>
          <p:cNvGrpSpPr/>
          <p:nvPr/>
        </p:nvGrpSpPr>
        <p:grpSpPr>
          <a:xfrm>
            <a:off x="8464408" y="3772030"/>
            <a:ext cx="645135" cy="645073"/>
            <a:chOff x="276382" y="1174752"/>
            <a:chExt cx="895027" cy="894940"/>
          </a:xfrm>
        </p:grpSpPr>
        <p:grpSp>
          <p:nvGrpSpPr>
            <p:cNvPr id="1047" name="Google Shape;1047;p38">
              <a:extLst>
                <a:ext uri="{FF2B5EF4-FFF2-40B4-BE49-F238E27FC236}">
                  <a16:creationId xmlns:a16="http://schemas.microsoft.com/office/drawing/2014/main" id="{858871BA-972D-C9B3-1839-4556FD1FE08C}"/>
                </a:ext>
              </a:extLst>
            </p:cNvPr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1048" name="Google Shape;1048;p38">
                <a:extLst>
                  <a:ext uri="{FF2B5EF4-FFF2-40B4-BE49-F238E27FC236}">
                    <a16:creationId xmlns:a16="http://schemas.microsoft.com/office/drawing/2014/main" id="{4C8BEE84-1876-AD0E-E7C6-CE0B68C6871F}"/>
                  </a:ext>
                </a:extLst>
              </p:cNvPr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38">
                <a:extLst>
                  <a:ext uri="{FF2B5EF4-FFF2-40B4-BE49-F238E27FC236}">
                    <a16:creationId xmlns:a16="http://schemas.microsoft.com/office/drawing/2014/main" id="{CE114F34-9347-1ABB-630C-C0528D19D45F}"/>
                  </a:ext>
                </a:extLst>
              </p:cNvPr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50" name="Google Shape;1050;p38">
              <a:extLst>
                <a:ext uri="{FF2B5EF4-FFF2-40B4-BE49-F238E27FC236}">
                  <a16:creationId xmlns:a16="http://schemas.microsoft.com/office/drawing/2014/main" id="{E2AF20A5-1214-7810-7A65-C5BD3F2C0A53}"/>
                </a:ext>
              </a:extLst>
            </p:cNvPr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43F440F-84A0-F01C-E5CC-0F189F684AC5}"/>
              </a:ext>
            </a:extLst>
          </p:cNvPr>
          <p:cNvSpPr txBox="1"/>
          <p:nvPr/>
        </p:nvSpPr>
        <p:spPr>
          <a:xfrm>
            <a:off x="4940948" y="825850"/>
            <a:ext cx="35771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프리젠테이션 7 Bold" pitchFamily="2" charset="-127"/>
                <a:ea typeface="프리젠테이션 7 Bold" pitchFamily="2" charset="-127"/>
              </a:rPr>
              <a:t>MVC </a:t>
            </a:r>
            <a:r>
              <a:rPr lang="ko-KR" altLang="en-US" sz="1600" b="1" dirty="0">
                <a:latin typeface="프리젠테이션 7 Bold" pitchFamily="2" charset="-127"/>
                <a:ea typeface="프리젠테이션 7 Bold" pitchFamily="2" charset="-127"/>
              </a:rPr>
              <a:t>패턴</a:t>
            </a:r>
            <a:r>
              <a:rPr lang="ko-KR" altLang="en-US" sz="1600" dirty="0">
                <a:latin typeface="프리젠테이션 7 Bold" pitchFamily="2" charset="-127"/>
                <a:ea typeface="프리젠테이션 7 Bold" pitchFamily="2" charset="-127"/>
              </a:rPr>
              <a:t>을 사용하여 각 역할을 분리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1E0D0B-B9DA-5C38-0CC5-D8B0957E5387}"/>
              </a:ext>
            </a:extLst>
          </p:cNvPr>
          <p:cNvSpPr txBox="1"/>
          <p:nvPr/>
        </p:nvSpPr>
        <p:spPr>
          <a:xfrm>
            <a:off x="4940948" y="1303591"/>
            <a:ext cx="325101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Consolas" panose="020B0609020204030204" pitchFamily="49" charset="0"/>
              </a:rPr>
              <a:t>PROJECT/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├── </a:t>
            </a:r>
            <a:r>
              <a:rPr lang="en-US" altLang="ko-KR" sz="1200" dirty="0" err="1">
                <a:latin typeface="Consolas" panose="020B0609020204030204" pitchFamily="49" charset="0"/>
              </a:rPr>
              <a:t>src</a:t>
            </a:r>
            <a:r>
              <a:rPr lang="en-US" altLang="ko-KR" sz="1200" dirty="0">
                <a:latin typeface="Consolas" panose="020B0609020204030204" pitchFamily="49" charset="0"/>
              </a:rPr>
              <a:t>/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│   └── management/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│       ├── ClassroomModel.java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│       ├── ClassroomController.java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│       ├── ClassroomView.java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│       ├── ReservationModel.java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│       └── ...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├── test/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│   └── </a:t>
            </a:r>
            <a:r>
              <a:rPr lang="en-US" altLang="ko-KR" sz="1200" dirty="0" err="1">
                <a:latin typeface="Consolas" panose="020B0609020204030204" pitchFamily="49" charset="0"/>
              </a:rPr>
              <a:t>testPackages</a:t>
            </a:r>
            <a:r>
              <a:rPr lang="en-US" altLang="ko-KR" sz="1200" dirty="0">
                <a:latin typeface="Consolas" panose="020B0609020204030204" pitchFamily="49" charset="0"/>
              </a:rPr>
              <a:t>/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│       ├── ClassroomTest.java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│       └── ReservationTest.java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├── resources/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│   └── classroom.txt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└── client/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  ├── FileSyncClient.java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  ├── FileWatcher.java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  └── SocketManager.java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BFAE50-3454-6F2B-A455-229D68142441}"/>
              </a:ext>
            </a:extLst>
          </p:cNvPr>
          <p:cNvSpPr txBox="1"/>
          <p:nvPr/>
        </p:nvSpPr>
        <p:spPr>
          <a:xfrm>
            <a:off x="884521" y="1801677"/>
            <a:ext cx="352134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Consolas" panose="020B0609020204030204" pitchFamily="49" charset="0"/>
                <a:ea typeface="+mn-ea"/>
              </a:rPr>
              <a:t>SERVER</a:t>
            </a:r>
            <a:r>
              <a:rPr lang="ko-KR" altLang="en-US" dirty="0">
                <a:latin typeface="Consolas" panose="020B0609020204030204" pitchFamily="49" charset="0"/>
                <a:ea typeface="+mn-ea"/>
              </a:rPr>
              <a:t>/</a:t>
            </a:r>
          </a:p>
          <a:p>
            <a:r>
              <a:rPr lang="ko-KR" altLang="en-US" dirty="0">
                <a:latin typeface="Consolas" panose="020B0609020204030204" pitchFamily="49" charset="0"/>
                <a:ea typeface="+mn-ea"/>
              </a:rPr>
              <a:t>├── Server.java</a:t>
            </a:r>
          </a:p>
          <a:p>
            <a:r>
              <a:rPr lang="ko-KR" altLang="en-US" dirty="0">
                <a:latin typeface="Consolas" panose="020B0609020204030204" pitchFamily="49" charset="0"/>
                <a:ea typeface="+mn-ea"/>
              </a:rPr>
              <a:t>├── </a:t>
            </a:r>
            <a:r>
              <a:rPr lang="en-US" altLang="ko-KR" dirty="0" err="1">
                <a:latin typeface="Consolas" panose="020B0609020204030204" pitchFamily="49" charset="0"/>
                <a:ea typeface="+mn-ea"/>
              </a:rPr>
              <a:t>ClientHandler</a:t>
            </a:r>
            <a:r>
              <a:rPr lang="ko-KR" altLang="en-US" dirty="0">
                <a:latin typeface="Consolas" panose="020B0609020204030204" pitchFamily="49" charset="0"/>
                <a:ea typeface="+mn-ea"/>
              </a:rPr>
              <a:t>.</a:t>
            </a:r>
            <a:r>
              <a:rPr lang="ko-KR" altLang="en-US" dirty="0" err="1">
                <a:latin typeface="Consolas" panose="020B0609020204030204" pitchFamily="49" charset="0"/>
                <a:ea typeface="+mn-ea"/>
              </a:rPr>
              <a:t>java</a:t>
            </a:r>
            <a:endParaRPr lang="ko-KR" altLang="en-US" dirty="0">
              <a:latin typeface="Consolas" panose="020B0609020204030204" pitchFamily="49" charset="0"/>
              <a:ea typeface="+mn-ea"/>
            </a:endParaRPr>
          </a:p>
          <a:p>
            <a:r>
              <a:rPr lang="ko-KR" altLang="en-US" dirty="0">
                <a:latin typeface="Consolas" panose="020B0609020204030204" pitchFamily="49" charset="0"/>
                <a:ea typeface="+mn-ea"/>
              </a:rPr>
              <a:t>└── </a:t>
            </a:r>
            <a:r>
              <a:rPr lang="en-US" altLang="ko-KR" dirty="0" err="1">
                <a:latin typeface="Consolas" panose="020B0609020204030204" pitchFamily="49" charset="0"/>
                <a:ea typeface="+mn-ea"/>
              </a:rPr>
              <a:t>SessionManager</a:t>
            </a:r>
            <a:r>
              <a:rPr lang="ko-KR" altLang="en-US" dirty="0">
                <a:latin typeface="Consolas" panose="020B0609020204030204" pitchFamily="49" charset="0"/>
                <a:ea typeface="+mn-ea"/>
              </a:rPr>
              <a:t>.</a:t>
            </a:r>
            <a:r>
              <a:rPr lang="ko-KR" altLang="en-US" dirty="0" err="1">
                <a:latin typeface="Consolas" panose="020B0609020204030204" pitchFamily="49" charset="0"/>
                <a:ea typeface="+mn-ea"/>
              </a:rPr>
              <a:t>java</a:t>
            </a:r>
            <a:endParaRPr lang="en-US" altLang="ko-KR" dirty="0"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B0E1D1-666C-2550-6824-36B59999615E}"/>
              </a:ext>
            </a:extLst>
          </p:cNvPr>
          <p:cNvSpPr txBox="1"/>
          <p:nvPr/>
        </p:nvSpPr>
        <p:spPr>
          <a:xfrm>
            <a:off x="884521" y="1463123"/>
            <a:ext cx="35771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latin typeface="프리젠테이션 7 Bold" pitchFamily="2" charset="-127"/>
                <a:ea typeface="프리젠테이션 7 Bold" pitchFamily="2" charset="-127"/>
              </a:rPr>
              <a:t>서버 코드 파일 구조</a:t>
            </a:r>
            <a:endParaRPr lang="ko-KR" altLang="en-US" sz="16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grpSp>
        <p:nvGrpSpPr>
          <p:cNvPr id="21" name="Google Shape;1090;p39">
            <a:extLst>
              <a:ext uri="{FF2B5EF4-FFF2-40B4-BE49-F238E27FC236}">
                <a16:creationId xmlns:a16="http://schemas.microsoft.com/office/drawing/2014/main" id="{F7ED1CD4-B930-3D2E-285F-9BA2150F7ABF}"/>
              </a:ext>
            </a:extLst>
          </p:cNvPr>
          <p:cNvGrpSpPr/>
          <p:nvPr/>
        </p:nvGrpSpPr>
        <p:grpSpPr>
          <a:xfrm>
            <a:off x="306447" y="652693"/>
            <a:ext cx="384307" cy="370135"/>
            <a:chOff x="4123213" y="2747816"/>
            <a:chExt cx="384307" cy="370135"/>
          </a:xfrm>
        </p:grpSpPr>
        <p:sp>
          <p:nvSpPr>
            <p:cNvPr id="22" name="Google Shape;1091;p39">
              <a:extLst>
                <a:ext uri="{FF2B5EF4-FFF2-40B4-BE49-F238E27FC236}">
                  <a16:creationId xmlns:a16="http://schemas.microsoft.com/office/drawing/2014/main" id="{9EA5DB68-74B3-E429-51DA-6CA7E7D49164}"/>
                </a:ext>
              </a:extLst>
            </p:cNvPr>
            <p:cNvSpPr/>
            <p:nvPr/>
          </p:nvSpPr>
          <p:spPr>
            <a:xfrm>
              <a:off x="4328686" y="2943335"/>
              <a:ext cx="91761" cy="91578"/>
            </a:xfrm>
            <a:custGeom>
              <a:avLst/>
              <a:gdLst/>
              <a:ahLst/>
              <a:cxnLst/>
              <a:rect l="l" t="t" r="r" b="b"/>
              <a:pathLst>
                <a:path w="3503" h="3496" extrusionOk="0">
                  <a:moveTo>
                    <a:pt x="645" y="0"/>
                  </a:moveTo>
                  <a:lnTo>
                    <a:pt x="0" y="641"/>
                  </a:lnTo>
                  <a:lnTo>
                    <a:pt x="2858" y="3495"/>
                  </a:lnTo>
                  <a:lnTo>
                    <a:pt x="3502" y="2855"/>
                  </a:lnTo>
                  <a:lnTo>
                    <a:pt x="64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92;p39">
              <a:extLst>
                <a:ext uri="{FF2B5EF4-FFF2-40B4-BE49-F238E27FC236}">
                  <a16:creationId xmlns:a16="http://schemas.microsoft.com/office/drawing/2014/main" id="{C3F25206-0574-D846-10AA-9345CACE76FA}"/>
                </a:ext>
              </a:extLst>
            </p:cNvPr>
            <p:cNvSpPr/>
            <p:nvPr/>
          </p:nvSpPr>
          <p:spPr>
            <a:xfrm>
              <a:off x="4367455" y="2983073"/>
              <a:ext cx="134040" cy="129508"/>
            </a:xfrm>
            <a:custGeom>
              <a:avLst/>
              <a:gdLst/>
              <a:ahLst/>
              <a:cxnLst/>
              <a:rect l="l" t="t" r="r" b="b"/>
              <a:pathLst>
                <a:path w="5117" h="4944" extrusionOk="0">
                  <a:moveTo>
                    <a:pt x="1078" y="1"/>
                  </a:moveTo>
                  <a:cubicBezTo>
                    <a:pt x="982" y="1"/>
                    <a:pt x="886" y="38"/>
                    <a:pt x="813" y="111"/>
                  </a:cubicBezTo>
                  <a:lnTo>
                    <a:pt x="148" y="776"/>
                  </a:lnTo>
                  <a:cubicBezTo>
                    <a:pt x="11" y="913"/>
                    <a:pt x="1" y="1139"/>
                    <a:pt x="131" y="1286"/>
                  </a:cubicBezTo>
                  <a:lnTo>
                    <a:pt x="2996" y="4559"/>
                  </a:lnTo>
                  <a:lnTo>
                    <a:pt x="2996" y="4555"/>
                  </a:lnTo>
                  <a:cubicBezTo>
                    <a:pt x="3221" y="4813"/>
                    <a:pt x="3535" y="4943"/>
                    <a:pt x="3851" y="4943"/>
                  </a:cubicBezTo>
                  <a:cubicBezTo>
                    <a:pt x="4140" y="4943"/>
                    <a:pt x="4429" y="4833"/>
                    <a:pt x="4651" y="4610"/>
                  </a:cubicBezTo>
                  <a:cubicBezTo>
                    <a:pt x="5117" y="4148"/>
                    <a:pt x="5089" y="3387"/>
                    <a:pt x="4596" y="2955"/>
                  </a:cubicBezTo>
                  <a:lnTo>
                    <a:pt x="1327" y="94"/>
                  </a:lnTo>
                  <a:cubicBezTo>
                    <a:pt x="1255" y="32"/>
                    <a:pt x="1166" y="1"/>
                    <a:pt x="10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093;p39">
              <a:extLst>
                <a:ext uri="{FF2B5EF4-FFF2-40B4-BE49-F238E27FC236}">
                  <a16:creationId xmlns:a16="http://schemas.microsoft.com/office/drawing/2014/main" id="{CC0EFEAE-BAEF-24C5-00E6-CE44F5C42221}"/>
                </a:ext>
              </a:extLst>
            </p:cNvPr>
            <p:cNvSpPr/>
            <p:nvPr/>
          </p:nvSpPr>
          <p:spPr>
            <a:xfrm>
              <a:off x="4367455" y="2991979"/>
              <a:ext cx="128853" cy="120654"/>
            </a:xfrm>
            <a:custGeom>
              <a:avLst/>
              <a:gdLst/>
              <a:ahLst/>
              <a:cxnLst/>
              <a:rect l="l" t="t" r="r" b="b"/>
              <a:pathLst>
                <a:path w="4919" h="4606" extrusionOk="0">
                  <a:moveTo>
                    <a:pt x="583" y="0"/>
                  </a:moveTo>
                  <a:lnTo>
                    <a:pt x="148" y="436"/>
                  </a:lnTo>
                  <a:cubicBezTo>
                    <a:pt x="11" y="573"/>
                    <a:pt x="1" y="799"/>
                    <a:pt x="131" y="946"/>
                  </a:cubicBezTo>
                  <a:lnTo>
                    <a:pt x="2996" y="4219"/>
                  </a:lnTo>
                  <a:cubicBezTo>
                    <a:pt x="3220" y="4476"/>
                    <a:pt x="3534" y="4605"/>
                    <a:pt x="3849" y="4605"/>
                  </a:cubicBezTo>
                  <a:cubicBezTo>
                    <a:pt x="4139" y="4605"/>
                    <a:pt x="4429" y="4495"/>
                    <a:pt x="4651" y="4274"/>
                  </a:cubicBezTo>
                  <a:cubicBezTo>
                    <a:pt x="4771" y="4154"/>
                    <a:pt x="4860" y="4013"/>
                    <a:pt x="4918" y="3856"/>
                  </a:cubicBezTo>
                  <a:lnTo>
                    <a:pt x="4918" y="3856"/>
                  </a:lnTo>
                  <a:cubicBezTo>
                    <a:pt x="4792" y="3901"/>
                    <a:pt x="4661" y="3922"/>
                    <a:pt x="4532" y="3922"/>
                  </a:cubicBezTo>
                  <a:cubicBezTo>
                    <a:pt x="4211" y="3922"/>
                    <a:pt x="3898" y="3786"/>
                    <a:pt x="3678" y="3537"/>
                  </a:cubicBezTo>
                  <a:lnTo>
                    <a:pt x="583" y="0"/>
                  </a:lnTo>
                  <a:close/>
                </a:path>
              </a:pathLst>
            </a:custGeom>
            <a:solidFill>
              <a:srgbClr val="383838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94;p39">
              <a:extLst>
                <a:ext uri="{FF2B5EF4-FFF2-40B4-BE49-F238E27FC236}">
                  <a16:creationId xmlns:a16="http://schemas.microsoft.com/office/drawing/2014/main" id="{414E12F3-06E9-7D6B-A210-EE6484F8719A}"/>
                </a:ext>
              </a:extLst>
            </p:cNvPr>
            <p:cNvSpPr/>
            <p:nvPr/>
          </p:nvSpPr>
          <p:spPr>
            <a:xfrm>
              <a:off x="4126094" y="2753186"/>
              <a:ext cx="282225" cy="257130"/>
            </a:xfrm>
            <a:custGeom>
              <a:avLst/>
              <a:gdLst/>
              <a:ahLst/>
              <a:cxnLst/>
              <a:rect l="l" t="t" r="r" b="b"/>
              <a:pathLst>
                <a:path w="10774" h="9816" extrusionOk="0">
                  <a:moveTo>
                    <a:pt x="5385" y="0"/>
                  </a:moveTo>
                  <a:cubicBezTo>
                    <a:pt x="4129" y="0"/>
                    <a:pt x="2873" y="479"/>
                    <a:pt x="1916" y="1437"/>
                  </a:cubicBezTo>
                  <a:cubicBezTo>
                    <a:pt x="0" y="3353"/>
                    <a:pt x="0" y="6461"/>
                    <a:pt x="1916" y="8376"/>
                  </a:cubicBezTo>
                  <a:cubicBezTo>
                    <a:pt x="2873" y="9336"/>
                    <a:pt x="4129" y="9816"/>
                    <a:pt x="5385" y="9816"/>
                  </a:cubicBezTo>
                  <a:cubicBezTo>
                    <a:pt x="6641" y="9816"/>
                    <a:pt x="7897" y="9336"/>
                    <a:pt x="8855" y="8376"/>
                  </a:cubicBezTo>
                  <a:cubicBezTo>
                    <a:pt x="10774" y="6461"/>
                    <a:pt x="10774" y="3353"/>
                    <a:pt x="8855" y="1437"/>
                  </a:cubicBezTo>
                  <a:cubicBezTo>
                    <a:pt x="7897" y="479"/>
                    <a:pt x="6641" y="0"/>
                    <a:pt x="53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95;p39">
              <a:extLst>
                <a:ext uri="{FF2B5EF4-FFF2-40B4-BE49-F238E27FC236}">
                  <a16:creationId xmlns:a16="http://schemas.microsoft.com/office/drawing/2014/main" id="{C4FCDDB3-2BF7-E3B7-D400-50362AA123DC}"/>
                </a:ext>
              </a:extLst>
            </p:cNvPr>
            <p:cNvSpPr/>
            <p:nvPr/>
          </p:nvSpPr>
          <p:spPr>
            <a:xfrm>
              <a:off x="4159021" y="2783179"/>
              <a:ext cx="216371" cy="197144"/>
            </a:xfrm>
            <a:custGeom>
              <a:avLst/>
              <a:gdLst/>
              <a:ahLst/>
              <a:cxnLst/>
              <a:rect l="l" t="t" r="r" b="b"/>
              <a:pathLst>
                <a:path w="8260" h="7526" extrusionOk="0">
                  <a:moveTo>
                    <a:pt x="4128" y="1"/>
                  </a:moveTo>
                  <a:cubicBezTo>
                    <a:pt x="3165" y="1"/>
                    <a:pt x="2202" y="367"/>
                    <a:pt x="1467" y="1101"/>
                  </a:cubicBezTo>
                  <a:cubicBezTo>
                    <a:pt x="1" y="2571"/>
                    <a:pt x="1" y="4952"/>
                    <a:pt x="1467" y="6423"/>
                  </a:cubicBezTo>
                  <a:cubicBezTo>
                    <a:pt x="2202" y="7158"/>
                    <a:pt x="3165" y="7525"/>
                    <a:pt x="4128" y="7525"/>
                  </a:cubicBezTo>
                  <a:cubicBezTo>
                    <a:pt x="5091" y="7525"/>
                    <a:pt x="6054" y="7158"/>
                    <a:pt x="6789" y="6423"/>
                  </a:cubicBezTo>
                  <a:cubicBezTo>
                    <a:pt x="8259" y="4952"/>
                    <a:pt x="8259" y="2571"/>
                    <a:pt x="6789" y="1101"/>
                  </a:cubicBezTo>
                  <a:cubicBezTo>
                    <a:pt x="6054" y="367"/>
                    <a:pt x="5091" y="1"/>
                    <a:pt x="41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096;p39">
              <a:extLst>
                <a:ext uri="{FF2B5EF4-FFF2-40B4-BE49-F238E27FC236}">
                  <a16:creationId xmlns:a16="http://schemas.microsoft.com/office/drawing/2014/main" id="{3C512328-7389-49E9-9A72-BD63F32AF0CA}"/>
                </a:ext>
              </a:extLst>
            </p:cNvPr>
            <p:cNvSpPr/>
            <p:nvPr/>
          </p:nvSpPr>
          <p:spPr>
            <a:xfrm>
              <a:off x="4157135" y="2803742"/>
              <a:ext cx="188002" cy="176580"/>
            </a:xfrm>
            <a:custGeom>
              <a:avLst/>
              <a:gdLst/>
              <a:ahLst/>
              <a:cxnLst/>
              <a:rect l="l" t="t" r="r" b="b"/>
              <a:pathLst>
                <a:path w="7177" h="6741" extrusionOk="0">
                  <a:moveTo>
                    <a:pt x="1896" y="0"/>
                  </a:moveTo>
                  <a:lnTo>
                    <a:pt x="1896" y="0"/>
                  </a:lnTo>
                  <a:cubicBezTo>
                    <a:pt x="1772" y="96"/>
                    <a:pt x="1652" y="203"/>
                    <a:pt x="1539" y="316"/>
                  </a:cubicBezTo>
                  <a:cubicBezTo>
                    <a:pt x="1" y="1851"/>
                    <a:pt x="83" y="4366"/>
                    <a:pt x="1711" y="5802"/>
                  </a:cubicBezTo>
                  <a:cubicBezTo>
                    <a:pt x="2428" y="6433"/>
                    <a:pt x="3314" y="6741"/>
                    <a:pt x="4195" y="6741"/>
                  </a:cubicBezTo>
                  <a:cubicBezTo>
                    <a:pt x="5317" y="6741"/>
                    <a:pt x="6431" y="6242"/>
                    <a:pt x="7176" y="5278"/>
                  </a:cubicBezTo>
                  <a:lnTo>
                    <a:pt x="7176" y="5278"/>
                  </a:lnTo>
                  <a:cubicBezTo>
                    <a:pt x="6495" y="5804"/>
                    <a:pt x="5685" y="6063"/>
                    <a:pt x="4877" y="6063"/>
                  </a:cubicBezTo>
                  <a:cubicBezTo>
                    <a:pt x="3909" y="6063"/>
                    <a:pt x="2945" y="5691"/>
                    <a:pt x="2214" y="4962"/>
                  </a:cubicBezTo>
                  <a:cubicBezTo>
                    <a:pt x="875" y="3623"/>
                    <a:pt x="741" y="1498"/>
                    <a:pt x="1896" y="0"/>
                  </a:cubicBezTo>
                  <a:close/>
                </a:path>
              </a:pathLst>
            </a:custGeom>
            <a:solidFill>
              <a:srgbClr val="383838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097;p39">
              <a:extLst>
                <a:ext uri="{FF2B5EF4-FFF2-40B4-BE49-F238E27FC236}">
                  <a16:creationId xmlns:a16="http://schemas.microsoft.com/office/drawing/2014/main" id="{E1F701CD-DF1C-3794-8A47-0C42EE0A03F9}"/>
                </a:ext>
              </a:extLst>
            </p:cNvPr>
            <p:cNvSpPr/>
            <p:nvPr/>
          </p:nvSpPr>
          <p:spPr>
            <a:xfrm>
              <a:off x="4367455" y="2983073"/>
              <a:ext cx="54250" cy="53281"/>
            </a:xfrm>
            <a:custGeom>
              <a:avLst/>
              <a:gdLst/>
              <a:ahLst/>
              <a:cxnLst/>
              <a:rect l="l" t="t" r="r" b="b"/>
              <a:pathLst>
                <a:path w="2071" h="2034" extrusionOk="0">
                  <a:moveTo>
                    <a:pt x="1078" y="1"/>
                  </a:moveTo>
                  <a:cubicBezTo>
                    <a:pt x="982" y="1"/>
                    <a:pt x="886" y="38"/>
                    <a:pt x="813" y="111"/>
                  </a:cubicBezTo>
                  <a:lnTo>
                    <a:pt x="148" y="776"/>
                  </a:lnTo>
                  <a:cubicBezTo>
                    <a:pt x="11" y="913"/>
                    <a:pt x="1" y="1139"/>
                    <a:pt x="131" y="1286"/>
                  </a:cubicBezTo>
                  <a:lnTo>
                    <a:pt x="785" y="2033"/>
                  </a:lnTo>
                  <a:lnTo>
                    <a:pt x="2070" y="748"/>
                  </a:lnTo>
                  <a:lnTo>
                    <a:pt x="1323" y="94"/>
                  </a:lnTo>
                  <a:cubicBezTo>
                    <a:pt x="1253" y="32"/>
                    <a:pt x="1165" y="1"/>
                    <a:pt x="10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098;p39">
              <a:extLst>
                <a:ext uri="{FF2B5EF4-FFF2-40B4-BE49-F238E27FC236}">
                  <a16:creationId xmlns:a16="http://schemas.microsoft.com/office/drawing/2014/main" id="{AFED4A0F-D230-E8AF-98A7-8CD9C1335692}"/>
                </a:ext>
              </a:extLst>
            </p:cNvPr>
            <p:cNvSpPr/>
            <p:nvPr/>
          </p:nvSpPr>
          <p:spPr>
            <a:xfrm>
              <a:off x="4367455" y="2991979"/>
              <a:ext cx="38454" cy="44374"/>
            </a:xfrm>
            <a:custGeom>
              <a:avLst/>
              <a:gdLst/>
              <a:ahLst/>
              <a:cxnLst/>
              <a:rect l="l" t="t" r="r" b="b"/>
              <a:pathLst>
                <a:path w="1468" h="1694" extrusionOk="0">
                  <a:moveTo>
                    <a:pt x="583" y="0"/>
                  </a:moveTo>
                  <a:lnTo>
                    <a:pt x="148" y="436"/>
                  </a:lnTo>
                  <a:cubicBezTo>
                    <a:pt x="11" y="576"/>
                    <a:pt x="1" y="799"/>
                    <a:pt x="131" y="946"/>
                  </a:cubicBezTo>
                  <a:lnTo>
                    <a:pt x="785" y="1693"/>
                  </a:lnTo>
                  <a:lnTo>
                    <a:pt x="1467" y="1011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383838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099;p39">
              <a:extLst>
                <a:ext uri="{FF2B5EF4-FFF2-40B4-BE49-F238E27FC236}">
                  <a16:creationId xmlns:a16="http://schemas.microsoft.com/office/drawing/2014/main" id="{F95B6EFF-9812-4D81-8F43-5AD537FD9CDC}"/>
                </a:ext>
              </a:extLst>
            </p:cNvPr>
            <p:cNvSpPr/>
            <p:nvPr/>
          </p:nvSpPr>
          <p:spPr>
            <a:xfrm>
              <a:off x="4212721" y="2810370"/>
              <a:ext cx="108788" cy="30255"/>
            </a:xfrm>
            <a:custGeom>
              <a:avLst/>
              <a:gdLst/>
              <a:ahLst/>
              <a:cxnLst/>
              <a:rect l="l" t="t" r="r" b="b"/>
              <a:pathLst>
                <a:path w="4153" h="1155" extrusionOk="0">
                  <a:moveTo>
                    <a:pt x="2078" y="0"/>
                  </a:moveTo>
                  <a:cubicBezTo>
                    <a:pt x="1381" y="0"/>
                    <a:pt x="684" y="267"/>
                    <a:pt x="151" y="800"/>
                  </a:cubicBezTo>
                  <a:cubicBezTo>
                    <a:pt x="1" y="947"/>
                    <a:pt x="140" y="1155"/>
                    <a:pt x="301" y="1155"/>
                  </a:cubicBezTo>
                  <a:cubicBezTo>
                    <a:pt x="349" y="1155"/>
                    <a:pt x="400" y="1136"/>
                    <a:pt x="445" y="1091"/>
                  </a:cubicBezTo>
                  <a:cubicBezTo>
                    <a:pt x="896" y="640"/>
                    <a:pt x="1487" y="415"/>
                    <a:pt x="2078" y="415"/>
                  </a:cubicBezTo>
                  <a:cubicBezTo>
                    <a:pt x="2669" y="415"/>
                    <a:pt x="3260" y="640"/>
                    <a:pt x="3711" y="1091"/>
                  </a:cubicBezTo>
                  <a:cubicBezTo>
                    <a:pt x="3756" y="1136"/>
                    <a:pt x="3807" y="1155"/>
                    <a:pt x="3855" y="1155"/>
                  </a:cubicBezTo>
                  <a:cubicBezTo>
                    <a:pt x="4015" y="1155"/>
                    <a:pt x="4152" y="947"/>
                    <a:pt x="4002" y="800"/>
                  </a:cubicBezTo>
                  <a:cubicBezTo>
                    <a:pt x="3471" y="267"/>
                    <a:pt x="2775" y="0"/>
                    <a:pt x="20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100;p39">
              <a:extLst>
                <a:ext uri="{FF2B5EF4-FFF2-40B4-BE49-F238E27FC236}">
                  <a16:creationId xmlns:a16="http://schemas.microsoft.com/office/drawing/2014/main" id="{66489B57-6787-572B-15A9-E70421E47C13}"/>
                </a:ext>
              </a:extLst>
            </p:cNvPr>
            <p:cNvSpPr/>
            <p:nvPr/>
          </p:nvSpPr>
          <p:spPr>
            <a:xfrm>
              <a:off x="4123213" y="2747816"/>
              <a:ext cx="384307" cy="370135"/>
            </a:xfrm>
            <a:custGeom>
              <a:avLst/>
              <a:gdLst/>
              <a:ahLst/>
              <a:cxnLst/>
              <a:rect l="l" t="t" r="r" b="b"/>
              <a:pathLst>
                <a:path w="14671" h="14130" extrusionOk="0">
                  <a:moveTo>
                    <a:pt x="9284" y="8550"/>
                  </a:moveTo>
                  <a:lnTo>
                    <a:pt x="9835" y="9102"/>
                  </a:lnTo>
                  <a:lnTo>
                    <a:pt x="9482" y="9452"/>
                  </a:lnTo>
                  <a:lnTo>
                    <a:pt x="8931" y="8900"/>
                  </a:lnTo>
                  <a:cubicBezTo>
                    <a:pt x="9057" y="8783"/>
                    <a:pt x="9174" y="8670"/>
                    <a:pt x="9284" y="8550"/>
                  </a:cubicBezTo>
                  <a:close/>
                  <a:moveTo>
                    <a:pt x="5489" y="410"/>
                  </a:moveTo>
                  <a:cubicBezTo>
                    <a:pt x="7266" y="410"/>
                    <a:pt x="8901" y="1412"/>
                    <a:pt x="9698" y="3013"/>
                  </a:cubicBezTo>
                  <a:cubicBezTo>
                    <a:pt x="10531" y="4678"/>
                    <a:pt x="10301" y="6676"/>
                    <a:pt x="9116" y="8112"/>
                  </a:cubicBezTo>
                  <a:lnTo>
                    <a:pt x="9109" y="8119"/>
                  </a:lnTo>
                  <a:cubicBezTo>
                    <a:pt x="8924" y="8338"/>
                    <a:pt x="8722" y="8544"/>
                    <a:pt x="8499" y="8729"/>
                  </a:cubicBezTo>
                  <a:lnTo>
                    <a:pt x="8492" y="8732"/>
                  </a:lnTo>
                  <a:cubicBezTo>
                    <a:pt x="7618" y="9457"/>
                    <a:pt x="6554" y="9814"/>
                    <a:pt x="5492" y="9814"/>
                  </a:cubicBezTo>
                  <a:cubicBezTo>
                    <a:pt x="4285" y="9814"/>
                    <a:pt x="3081" y="9351"/>
                    <a:pt x="2170" y="8437"/>
                  </a:cubicBezTo>
                  <a:cubicBezTo>
                    <a:pt x="850" y="7121"/>
                    <a:pt x="436" y="5151"/>
                    <a:pt x="1107" y="3414"/>
                  </a:cubicBezTo>
                  <a:cubicBezTo>
                    <a:pt x="1779" y="1680"/>
                    <a:pt x="3413" y="504"/>
                    <a:pt x="5271" y="415"/>
                  </a:cubicBezTo>
                  <a:cubicBezTo>
                    <a:pt x="5344" y="412"/>
                    <a:pt x="5416" y="410"/>
                    <a:pt x="5489" y="410"/>
                  </a:cubicBezTo>
                  <a:close/>
                  <a:moveTo>
                    <a:pt x="10402" y="9187"/>
                  </a:moveTo>
                  <a:cubicBezTo>
                    <a:pt x="10441" y="9187"/>
                    <a:pt x="10481" y="9201"/>
                    <a:pt x="10514" y="9229"/>
                  </a:cubicBezTo>
                  <a:lnTo>
                    <a:pt x="11093" y="9736"/>
                  </a:lnTo>
                  <a:lnTo>
                    <a:pt x="10120" y="10709"/>
                  </a:lnTo>
                  <a:lnTo>
                    <a:pt x="9613" y="10130"/>
                  </a:lnTo>
                  <a:cubicBezTo>
                    <a:pt x="9554" y="10065"/>
                    <a:pt x="9558" y="9966"/>
                    <a:pt x="9619" y="9901"/>
                  </a:cubicBezTo>
                  <a:lnTo>
                    <a:pt x="10284" y="9236"/>
                  </a:lnTo>
                  <a:cubicBezTo>
                    <a:pt x="10316" y="9204"/>
                    <a:pt x="10359" y="9187"/>
                    <a:pt x="10402" y="9187"/>
                  </a:cubicBezTo>
                  <a:close/>
                  <a:moveTo>
                    <a:pt x="11405" y="10010"/>
                  </a:moveTo>
                  <a:lnTo>
                    <a:pt x="13786" y="12094"/>
                  </a:lnTo>
                  <a:cubicBezTo>
                    <a:pt x="14184" y="12447"/>
                    <a:pt x="14204" y="13067"/>
                    <a:pt x="13827" y="13444"/>
                  </a:cubicBezTo>
                  <a:cubicBezTo>
                    <a:pt x="13644" y="13625"/>
                    <a:pt x="13407" y="13715"/>
                    <a:pt x="13170" y="13715"/>
                  </a:cubicBezTo>
                  <a:cubicBezTo>
                    <a:pt x="12914" y="13715"/>
                    <a:pt x="12660" y="13611"/>
                    <a:pt x="12477" y="13403"/>
                  </a:cubicBezTo>
                  <a:lnTo>
                    <a:pt x="10394" y="11025"/>
                  </a:lnTo>
                  <a:lnTo>
                    <a:pt x="11405" y="10010"/>
                  </a:lnTo>
                  <a:close/>
                  <a:moveTo>
                    <a:pt x="5498" y="0"/>
                  </a:moveTo>
                  <a:cubicBezTo>
                    <a:pt x="5387" y="0"/>
                    <a:pt x="5276" y="4"/>
                    <a:pt x="5165" y="11"/>
                  </a:cubicBezTo>
                  <a:cubicBezTo>
                    <a:pt x="3160" y="141"/>
                    <a:pt x="1416" y="1433"/>
                    <a:pt x="710" y="3311"/>
                  </a:cubicBezTo>
                  <a:cubicBezTo>
                    <a:pt x="1" y="5192"/>
                    <a:pt x="456" y="7312"/>
                    <a:pt x="1877" y="8731"/>
                  </a:cubicBezTo>
                  <a:lnTo>
                    <a:pt x="1877" y="8731"/>
                  </a:lnTo>
                  <a:cubicBezTo>
                    <a:pt x="2868" y="9723"/>
                    <a:pt x="4178" y="10228"/>
                    <a:pt x="5493" y="10228"/>
                  </a:cubicBezTo>
                  <a:cubicBezTo>
                    <a:pt x="6588" y="10228"/>
                    <a:pt x="7688" y="9878"/>
                    <a:pt x="8612" y="9167"/>
                  </a:cubicBezTo>
                  <a:lnTo>
                    <a:pt x="9212" y="9767"/>
                  </a:lnTo>
                  <a:cubicBezTo>
                    <a:pt x="9112" y="9976"/>
                    <a:pt x="9146" y="10226"/>
                    <a:pt x="9297" y="10401"/>
                  </a:cubicBezTo>
                  <a:lnTo>
                    <a:pt x="12165" y="13673"/>
                  </a:lnTo>
                  <a:cubicBezTo>
                    <a:pt x="12431" y="13977"/>
                    <a:pt x="12802" y="14130"/>
                    <a:pt x="13174" y="14130"/>
                  </a:cubicBezTo>
                  <a:cubicBezTo>
                    <a:pt x="13516" y="14130"/>
                    <a:pt x="13859" y="14000"/>
                    <a:pt x="14122" y="13739"/>
                  </a:cubicBezTo>
                  <a:cubicBezTo>
                    <a:pt x="14670" y="13190"/>
                    <a:pt x="14640" y="12292"/>
                    <a:pt x="14057" y="11782"/>
                  </a:cubicBezTo>
                  <a:lnTo>
                    <a:pt x="10784" y="8921"/>
                  </a:lnTo>
                  <a:cubicBezTo>
                    <a:pt x="10677" y="8826"/>
                    <a:pt x="10542" y="8776"/>
                    <a:pt x="10405" y="8776"/>
                  </a:cubicBezTo>
                  <a:cubicBezTo>
                    <a:pt x="10319" y="8776"/>
                    <a:pt x="10232" y="8795"/>
                    <a:pt x="10151" y="8835"/>
                  </a:cubicBezTo>
                  <a:lnTo>
                    <a:pt x="9551" y="8235"/>
                  </a:lnTo>
                  <a:cubicBezTo>
                    <a:pt x="10778" y="6642"/>
                    <a:pt x="10956" y="4479"/>
                    <a:pt x="10010" y="2708"/>
                  </a:cubicBezTo>
                  <a:cubicBezTo>
                    <a:pt x="9117" y="1032"/>
                    <a:pt x="7377" y="0"/>
                    <a:pt x="5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101;p39">
              <a:extLst>
                <a:ext uri="{FF2B5EF4-FFF2-40B4-BE49-F238E27FC236}">
                  <a16:creationId xmlns:a16="http://schemas.microsoft.com/office/drawing/2014/main" id="{433738AF-29A8-F86E-1019-F456CDF50C65}"/>
                </a:ext>
              </a:extLst>
            </p:cNvPr>
            <p:cNvSpPr/>
            <p:nvPr/>
          </p:nvSpPr>
          <p:spPr>
            <a:xfrm>
              <a:off x="4273258" y="2778700"/>
              <a:ext cx="97995" cy="206102"/>
            </a:xfrm>
            <a:custGeom>
              <a:avLst/>
              <a:gdLst/>
              <a:ahLst/>
              <a:cxnLst/>
              <a:rect l="l" t="t" r="r" b="b"/>
              <a:pathLst>
                <a:path w="3741" h="7868" extrusionOk="0">
                  <a:moveTo>
                    <a:pt x="297" y="1"/>
                  </a:moveTo>
                  <a:cubicBezTo>
                    <a:pt x="59" y="1"/>
                    <a:pt x="15" y="376"/>
                    <a:pt x="276" y="415"/>
                  </a:cubicBezTo>
                  <a:cubicBezTo>
                    <a:pt x="2031" y="665"/>
                    <a:pt x="3329" y="2170"/>
                    <a:pt x="3326" y="3941"/>
                  </a:cubicBezTo>
                  <a:cubicBezTo>
                    <a:pt x="3323" y="5709"/>
                    <a:pt x="2017" y="7210"/>
                    <a:pt x="262" y="7454"/>
                  </a:cubicBezTo>
                  <a:cubicBezTo>
                    <a:pt x="0" y="7490"/>
                    <a:pt x="42" y="7867"/>
                    <a:pt x="286" y="7867"/>
                  </a:cubicBezTo>
                  <a:cubicBezTo>
                    <a:pt x="297" y="7867"/>
                    <a:pt x="309" y="7867"/>
                    <a:pt x="321" y="7865"/>
                  </a:cubicBezTo>
                  <a:cubicBezTo>
                    <a:pt x="2277" y="7587"/>
                    <a:pt x="3730" y="5915"/>
                    <a:pt x="3737" y="3941"/>
                  </a:cubicBezTo>
                  <a:cubicBezTo>
                    <a:pt x="3741" y="1964"/>
                    <a:pt x="2291" y="288"/>
                    <a:pt x="334" y="4"/>
                  </a:cubicBezTo>
                  <a:cubicBezTo>
                    <a:pt x="322" y="2"/>
                    <a:pt x="309" y="1"/>
                    <a:pt x="2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102;p39">
              <a:extLst>
                <a:ext uri="{FF2B5EF4-FFF2-40B4-BE49-F238E27FC236}">
                  <a16:creationId xmlns:a16="http://schemas.microsoft.com/office/drawing/2014/main" id="{B1CFB63B-A682-0BBF-4707-B83B35F992EB}"/>
                </a:ext>
              </a:extLst>
            </p:cNvPr>
            <p:cNvSpPr/>
            <p:nvPr/>
          </p:nvSpPr>
          <p:spPr>
            <a:xfrm>
              <a:off x="4153022" y="2778385"/>
              <a:ext cx="110098" cy="206626"/>
            </a:xfrm>
            <a:custGeom>
              <a:avLst/>
              <a:gdLst/>
              <a:ahLst/>
              <a:cxnLst/>
              <a:rect l="l" t="t" r="r" b="b"/>
              <a:pathLst>
                <a:path w="4203" h="7888" extrusionOk="0">
                  <a:moveTo>
                    <a:pt x="3915" y="1"/>
                  </a:moveTo>
                  <a:cubicBezTo>
                    <a:pt x="3907" y="1"/>
                    <a:pt x="3898" y="1"/>
                    <a:pt x="3889" y="2"/>
                  </a:cubicBezTo>
                  <a:cubicBezTo>
                    <a:pt x="3002" y="101"/>
                    <a:pt x="2180" y="502"/>
                    <a:pt x="1549" y="1136"/>
                  </a:cubicBezTo>
                  <a:cubicBezTo>
                    <a:pt x="0" y="2689"/>
                    <a:pt x="0" y="5201"/>
                    <a:pt x="1549" y="6753"/>
                  </a:cubicBezTo>
                  <a:cubicBezTo>
                    <a:pt x="2176" y="7387"/>
                    <a:pt x="3002" y="7784"/>
                    <a:pt x="3889" y="7887"/>
                  </a:cubicBezTo>
                  <a:lnTo>
                    <a:pt x="3913" y="7887"/>
                  </a:lnTo>
                  <a:cubicBezTo>
                    <a:pt x="3916" y="7887"/>
                    <a:pt x="3918" y="7887"/>
                    <a:pt x="3920" y="7887"/>
                  </a:cubicBezTo>
                  <a:cubicBezTo>
                    <a:pt x="4181" y="7887"/>
                    <a:pt x="4202" y="7496"/>
                    <a:pt x="3937" y="7476"/>
                  </a:cubicBezTo>
                  <a:cubicBezTo>
                    <a:pt x="3142" y="7383"/>
                    <a:pt x="2406" y="7024"/>
                    <a:pt x="1844" y="6458"/>
                  </a:cubicBezTo>
                  <a:cubicBezTo>
                    <a:pt x="456" y="5067"/>
                    <a:pt x="456" y="2819"/>
                    <a:pt x="1844" y="1428"/>
                  </a:cubicBezTo>
                  <a:cubicBezTo>
                    <a:pt x="2406" y="862"/>
                    <a:pt x="3142" y="502"/>
                    <a:pt x="3937" y="413"/>
                  </a:cubicBezTo>
                  <a:cubicBezTo>
                    <a:pt x="4051" y="400"/>
                    <a:pt x="4133" y="297"/>
                    <a:pt x="4119" y="180"/>
                  </a:cubicBezTo>
                  <a:cubicBezTo>
                    <a:pt x="4106" y="76"/>
                    <a:pt x="4018" y="1"/>
                    <a:pt x="39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01830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D3C4C4B4-3795-0A28-87BA-94B9F1DF0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0">
            <a:extLst>
              <a:ext uri="{FF2B5EF4-FFF2-40B4-BE49-F238E27FC236}">
                <a16:creationId xmlns:a16="http://schemas.microsoft.com/office/drawing/2014/main" id="{E609BB3D-419B-3885-2307-F1A047DFE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5" y="2600850"/>
            <a:ext cx="3473400" cy="7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프리젠테이션 7 Bold" pitchFamily="2" charset="-127"/>
                <a:ea typeface="프리젠테이션 7 Bold" pitchFamily="2" charset="-127"/>
              </a:rPr>
              <a:t>주요 기능 소개</a:t>
            </a:r>
            <a:endParaRPr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603" name="Google Shape;603;p30">
            <a:extLst>
              <a:ext uri="{FF2B5EF4-FFF2-40B4-BE49-F238E27FC236}">
                <a16:creationId xmlns:a16="http://schemas.microsoft.com/office/drawing/2014/main" id="{6E02F1BD-85FF-73FC-F083-8EB3F02056A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101075" y="1759050"/>
            <a:ext cx="1094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프리젠테이션 7 Bold" pitchFamily="2" charset="-127"/>
                <a:ea typeface="프리젠테이션 7 Bold" pitchFamily="2" charset="-127"/>
              </a:rPr>
              <a:t>04</a:t>
            </a:r>
            <a:endParaRPr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grpSp>
        <p:nvGrpSpPr>
          <p:cNvPr id="2" name="Google Shape;925;p35">
            <a:extLst>
              <a:ext uri="{FF2B5EF4-FFF2-40B4-BE49-F238E27FC236}">
                <a16:creationId xmlns:a16="http://schemas.microsoft.com/office/drawing/2014/main" id="{9E367BDD-B109-2BC8-A5DE-8B60F8170CFA}"/>
              </a:ext>
            </a:extLst>
          </p:cNvPr>
          <p:cNvGrpSpPr/>
          <p:nvPr/>
        </p:nvGrpSpPr>
        <p:grpSpPr>
          <a:xfrm>
            <a:off x="4765183" y="502277"/>
            <a:ext cx="4171202" cy="3675040"/>
            <a:chOff x="916040" y="1128650"/>
            <a:chExt cx="3440410" cy="2896048"/>
          </a:xfrm>
        </p:grpSpPr>
        <p:sp>
          <p:nvSpPr>
            <p:cNvPr id="3" name="Google Shape;926;p35">
              <a:extLst>
                <a:ext uri="{FF2B5EF4-FFF2-40B4-BE49-F238E27FC236}">
                  <a16:creationId xmlns:a16="http://schemas.microsoft.com/office/drawing/2014/main" id="{9CE3E1A0-2956-ADE6-BD54-3048EE039761}"/>
                </a:ext>
              </a:extLst>
            </p:cNvPr>
            <p:cNvSpPr/>
            <p:nvPr/>
          </p:nvSpPr>
          <p:spPr>
            <a:xfrm>
              <a:off x="1306074" y="2645613"/>
              <a:ext cx="675770" cy="789280"/>
            </a:xfrm>
            <a:custGeom>
              <a:avLst/>
              <a:gdLst/>
              <a:ahLst/>
              <a:cxnLst/>
              <a:rect l="l" t="t" r="r" b="b"/>
              <a:pathLst>
                <a:path w="20972" h="10434" fill="none" extrusionOk="0">
                  <a:moveTo>
                    <a:pt x="0" y="0"/>
                  </a:moveTo>
                  <a:lnTo>
                    <a:pt x="0" y="10434"/>
                  </a:lnTo>
                  <a:lnTo>
                    <a:pt x="20971" y="1043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927;p35">
              <a:extLst>
                <a:ext uri="{FF2B5EF4-FFF2-40B4-BE49-F238E27FC236}">
                  <a16:creationId xmlns:a16="http://schemas.microsoft.com/office/drawing/2014/main" id="{738A0F0B-7F40-E1C7-DDB8-E389882B942B}"/>
                </a:ext>
              </a:extLst>
            </p:cNvPr>
            <p:cNvSpPr/>
            <p:nvPr/>
          </p:nvSpPr>
          <p:spPr>
            <a:xfrm>
              <a:off x="2479709" y="1195140"/>
              <a:ext cx="1212592" cy="734967"/>
            </a:xfrm>
            <a:custGeom>
              <a:avLst/>
              <a:gdLst/>
              <a:ahLst/>
              <a:cxnLst/>
              <a:rect l="l" t="t" r="r" b="b"/>
              <a:pathLst>
                <a:path w="23760" h="9716" fill="none" extrusionOk="0">
                  <a:moveTo>
                    <a:pt x="0" y="5132"/>
                  </a:moveTo>
                  <a:lnTo>
                    <a:pt x="0" y="0"/>
                  </a:lnTo>
                  <a:lnTo>
                    <a:pt x="23759" y="0"/>
                  </a:lnTo>
                  <a:lnTo>
                    <a:pt x="23759" y="971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" name="Google Shape;928;p35">
              <a:extLst>
                <a:ext uri="{FF2B5EF4-FFF2-40B4-BE49-F238E27FC236}">
                  <a16:creationId xmlns:a16="http://schemas.microsoft.com/office/drawing/2014/main" id="{335F5686-D32C-73D3-D520-6BB552FCC6D0}"/>
                </a:ext>
              </a:extLst>
            </p:cNvPr>
            <p:cNvGrpSpPr/>
            <p:nvPr/>
          </p:nvGrpSpPr>
          <p:grpSpPr>
            <a:xfrm>
              <a:off x="1806583" y="1548250"/>
              <a:ext cx="1374848" cy="2476449"/>
              <a:chOff x="1806583" y="1548250"/>
              <a:chExt cx="1374848" cy="2476449"/>
            </a:xfrm>
          </p:grpSpPr>
          <p:sp>
            <p:nvSpPr>
              <p:cNvPr id="53" name="Google Shape;929;p35">
                <a:extLst>
                  <a:ext uri="{FF2B5EF4-FFF2-40B4-BE49-F238E27FC236}">
                    <a16:creationId xmlns:a16="http://schemas.microsoft.com/office/drawing/2014/main" id="{381A5183-7E25-4AF8-729D-2B0F5C5F88BF}"/>
                  </a:ext>
                </a:extLst>
              </p:cNvPr>
              <p:cNvSpPr/>
              <p:nvPr/>
            </p:nvSpPr>
            <p:spPr>
              <a:xfrm>
                <a:off x="1806583" y="1548250"/>
                <a:ext cx="1374167" cy="2468599"/>
              </a:xfrm>
              <a:custGeom>
                <a:avLst/>
                <a:gdLst/>
                <a:ahLst/>
                <a:cxnLst/>
                <a:rect l="l" t="t" r="r" b="b"/>
                <a:pathLst>
                  <a:path w="18166" h="32634" extrusionOk="0">
                    <a:moveTo>
                      <a:pt x="1182" y="1"/>
                    </a:moveTo>
                    <a:cubicBezTo>
                      <a:pt x="530" y="1"/>
                      <a:pt x="1" y="521"/>
                      <a:pt x="1" y="1173"/>
                    </a:cubicBezTo>
                    <a:lnTo>
                      <a:pt x="1" y="31452"/>
                    </a:lnTo>
                    <a:cubicBezTo>
                      <a:pt x="1" y="32104"/>
                      <a:pt x="530" y="32634"/>
                      <a:pt x="1182" y="32634"/>
                    </a:cubicBezTo>
                    <a:lnTo>
                      <a:pt x="16993" y="32634"/>
                    </a:lnTo>
                    <a:cubicBezTo>
                      <a:pt x="17645" y="32634"/>
                      <a:pt x="18165" y="32104"/>
                      <a:pt x="18165" y="31452"/>
                    </a:cubicBezTo>
                    <a:lnTo>
                      <a:pt x="18165" y="1173"/>
                    </a:lnTo>
                    <a:cubicBezTo>
                      <a:pt x="18165" y="521"/>
                      <a:pt x="17645" y="1"/>
                      <a:pt x="169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30;p35">
                <a:extLst>
                  <a:ext uri="{FF2B5EF4-FFF2-40B4-BE49-F238E27FC236}">
                    <a16:creationId xmlns:a16="http://schemas.microsoft.com/office/drawing/2014/main" id="{F203843E-0C8A-59E7-D1C9-55E502CB6B23}"/>
                  </a:ext>
                </a:extLst>
              </p:cNvPr>
              <p:cNvSpPr/>
              <p:nvPr/>
            </p:nvSpPr>
            <p:spPr>
              <a:xfrm>
                <a:off x="1807340" y="1548250"/>
                <a:ext cx="1374091" cy="326786"/>
              </a:xfrm>
              <a:custGeom>
                <a:avLst/>
                <a:gdLst/>
                <a:ahLst/>
                <a:cxnLst/>
                <a:rect l="l" t="t" r="r" b="b"/>
                <a:pathLst>
                  <a:path w="18165" h="4320" extrusionOk="0">
                    <a:moveTo>
                      <a:pt x="1172" y="1"/>
                    </a:moveTo>
                    <a:cubicBezTo>
                      <a:pt x="520" y="1"/>
                      <a:pt x="0" y="530"/>
                      <a:pt x="0" y="1173"/>
                    </a:cubicBezTo>
                    <a:lnTo>
                      <a:pt x="0" y="4320"/>
                    </a:lnTo>
                    <a:lnTo>
                      <a:pt x="18165" y="4320"/>
                    </a:lnTo>
                    <a:lnTo>
                      <a:pt x="18165" y="1173"/>
                    </a:lnTo>
                    <a:cubicBezTo>
                      <a:pt x="18165" y="530"/>
                      <a:pt x="17635" y="1"/>
                      <a:pt x="1698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31;p35">
                <a:extLst>
                  <a:ext uri="{FF2B5EF4-FFF2-40B4-BE49-F238E27FC236}">
                    <a16:creationId xmlns:a16="http://schemas.microsoft.com/office/drawing/2014/main" id="{A86D155F-2C2E-30BA-7308-CE58E808896A}"/>
                  </a:ext>
                </a:extLst>
              </p:cNvPr>
              <p:cNvSpPr/>
              <p:nvPr/>
            </p:nvSpPr>
            <p:spPr>
              <a:xfrm>
                <a:off x="1806583" y="3698669"/>
                <a:ext cx="1374848" cy="326030"/>
              </a:xfrm>
              <a:custGeom>
                <a:avLst/>
                <a:gdLst/>
                <a:ahLst/>
                <a:cxnLst/>
                <a:rect l="l" t="t" r="r" b="b"/>
                <a:pathLst>
                  <a:path w="18175" h="4310" extrusionOk="0">
                    <a:moveTo>
                      <a:pt x="1" y="0"/>
                    </a:moveTo>
                    <a:lnTo>
                      <a:pt x="1" y="3138"/>
                    </a:lnTo>
                    <a:cubicBezTo>
                      <a:pt x="1" y="3790"/>
                      <a:pt x="530" y="4310"/>
                      <a:pt x="1182" y="4310"/>
                    </a:cubicBezTo>
                    <a:lnTo>
                      <a:pt x="16993" y="4310"/>
                    </a:lnTo>
                    <a:cubicBezTo>
                      <a:pt x="17645" y="4310"/>
                      <a:pt x="18175" y="3790"/>
                      <a:pt x="18175" y="3138"/>
                    </a:cubicBezTo>
                    <a:lnTo>
                      <a:pt x="1817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932;p35">
                <a:extLst>
                  <a:ext uri="{FF2B5EF4-FFF2-40B4-BE49-F238E27FC236}">
                    <a16:creationId xmlns:a16="http://schemas.microsoft.com/office/drawing/2014/main" id="{A15DFD5E-BDF7-4C23-3C86-1452D62FC295}"/>
                  </a:ext>
                </a:extLst>
              </p:cNvPr>
              <p:cNvSpPr/>
              <p:nvPr/>
            </p:nvSpPr>
            <p:spPr>
              <a:xfrm>
                <a:off x="2282005" y="1683351"/>
                <a:ext cx="423990" cy="37293"/>
              </a:xfrm>
              <a:custGeom>
                <a:avLst/>
                <a:gdLst/>
                <a:ahLst/>
                <a:cxnLst/>
                <a:rect l="l" t="t" r="r" b="b"/>
                <a:pathLst>
                  <a:path w="5605" h="493" extrusionOk="0">
                    <a:moveTo>
                      <a:pt x="1" y="1"/>
                    </a:moveTo>
                    <a:lnTo>
                      <a:pt x="1" y="492"/>
                    </a:lnTo>
                    <a:lnTo>
                      <a:pt x="5605" y="492"/>
                    </a:lnTo>
                    <a:lnTo>
                      <a:pt x="560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933;p35">
                <a:extLst>
                  <a:ext uri="{FF2B5EF4-FFF2-40B4-BE49-F238E27FC236}">
                    <a16:creationId xmlns:a16="http://schemas.microsoft.com/office/drawing/2014/main" id="{C1BEF202-9427-B887-A0BA-C787030C9854}"/>
                  </a:ext>
                </a:extLst>
              </p:cNvPr>
              <p:cNvSpPr/>
              <p:nvPr/>
            </p:nvSpPr>
            <p:spPr>
              <a:xfrm>
                <a:off x="2393504" y="3761529"/>
                <a:ext cx="200989" cy="200989"/>
              </a:xfrm>
              <a:custGeom>
                <a:avLst/>
                <a:gdLst/>
                <a:ahLst/>
                <a:cxnLst/>
                <a:rect l="l" t="t" r="r" b="b"/>
                <a:pathLst>
                  <a:path w="2657" h="2657" extrusionOk="0">
                    <a:moveTo>
                      <a:pt x="1333" y="1"/>
                    </a:moveTo>
                    <a:cubicBezTo>
                      <a:pt x="596" y="1"/>
                      <a:pt x="1" y="596"/>
                      <a:pt x="1" y="1324"/>
                    </a:cubicBezTo>
                    <a:cubicBezTo>
                      <a:pt x="1" y="2061"/>
                      <a:pt x="596" y="2656"/>
                      <a:pt x="1333" y="2656"/>
                    </a:cubicBezTo>
                    <a:cubicBezTo>
                      <a:pt x="2061" y="2656"/>
                      <a:pt x="2657" y="2061"/>
                      <a:pt x="2657" y="1324"/>
                    </a:cubicBezTo>
                    <a:cubicBezTo>
                      <a:pt x="2657" y="596"/>
                      <a:pt x="2061" y="1"/>
                      <a:pt x="133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8" name="Google Shape;934;p35">
                <a:extLst>
                  <a:ext uri="{FF2B5EF4-FFF2-40B4-BE49-F238E27FC236}">
                    <a16:creationId xmlns:a16="http://schemas.microsoft.com/office/drawing/2014/main" id="{BFFF083B-DD9D-CF42-057E-E37650E04F99}"/>
                  </a:ext>
                </a:extLst>
              </p:cNvPr>
              <p:cNvGrpSpPr/>
              <p:nvPr/>
            </p:nvGrpSpPr>
            <p:grpSpPr>
              <a:xfrm>
                <a:off x="1934288" y="1969238"/>
                <a:ext cx="1120200" cy="857900"/>
                <a:chOff x="2193325" y="4127163"/>
                <a:chExt cx="1120200" cy="857900"/>
              </a:xfrm>
            </p:grpSpPr>
            <p:sp>
              <p:nvSpPr>
                <p:cNvPr id="63" name="Google Shape;935;p35">
                  <a:extLst>
                    <a:ext uri="{FF2B5EF4-FFF2-40B4-BE49-F238E27FC236}">
                      <a16:creationId xmlns:a16="http://schemas.microsoft.com/office/drawing/2014/main" id="{4741FA3B-EDFE-90B2-C728-5C34A8765B14}"/>
                    </a:ext>
                  </a:extLst>
                </p:cNvPr>
                <p:cNvSpPr/>
                <p:nvPr/>
              </p:nvSpPr>
              <p:spPr>
                <a:xfrm>
                  <a:off x="2193325" y="4127163"/>
                  <a:ext cx="248400" cy="248400"/>
                </a:xfrm>
                <a:prstGeom prst="donut">
                  <a:avLst>
                    <a:gd name="adj" fmla="val 25000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6" name="Google Shape;936;p35">
                  <a:extLst>
                    <a:ext uri="{FF2B5EF4-FFF2-40B4-BE49-F238E27FC236}">
                      <a16:creationId xmlns:a16="http://schemas.microsoft.com/office/drawing/2014/main" id="{73524D5B-DC1C-C06F-EAAA-E0AC6134A6FF}"/>
                    </a:ext>
                  </a:extLst>
                </p:cNvPr>
                <p:cNvSpPr/>
                <p:nvPr/>
              </p:nvSpPr>
              <p:spPr>
                <a:xfrm>
                  <a:off x="2193325" y="4127163"/>
                  <a:ext cx="248400" cy="248400"/>
                </a:xfrm>
                <a:prstGeom prst="blockArc">
                  <a:avLst>
                    <a:gd name="adj1" fmla="val 8495047"/>
                    <a:gd name="adj2" fmla="val 16399518"/>
                    <a:gd name="adj3" fmla="val 24494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7" name="Google Shape;937;p35">
                  <a:extLst>
                    <a:ext uri="{FF2B5EF4-FFF2-40B4-BE49-F238E27FC236}">
                      <a16:creationId xmlns:a16="http://schemas.microsoft.com/office/drawing/2014/main" id="{EF21DB8D-0141-E6BC-EB04-E1524F54D2C1}"/>
                    </a:ext>
                  </a:extLst>
                </p:cNvPr>
                <p:cNvSpPr/>
                <p:nvPr/>
              </p:nvSpPr>
              <p:spPr>
                <a:xfrm>
                  <a:off x="2488500" y="4171137"/>
                  <a:ext cx="353400" cy="222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8" name="Google Shape;938;p35">
                  <a:extLst>
                    <a:ext uri="{FF2B5EF4-FFF2-40B4-BE49-F238E27FC236}">
                      <a16:creationId xmlns:a16="http://schemas.microsoft.com/office/drawing/2014/main" id="{D18E3489-1B95-23DC-9CFA-0EB8450244B9}"/>
                    </a:ext>
                  </a:extLst>
                </p:cNvPr>
                <p:cNvSpPr/>
                <p:nvPr/>
              </p:nvSpPr>
              <p:spPr>
                <a:xfrm>
                  <a:off x="2488500" y="4241672"/>
                  <a:ext cx="353400" cy="222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9" name="Google Shape;939;p35">
                  <a:extLst>
                    <a:ext uri="{FF2B5EF4-FFF2-40B4-BE49-F238E27FC236}">
                      <a16:creationId xmlns:a16="http://schemas.microsoft.com/office/drawing/2014/main" id="{EF83EC32-961E-5A09-18CB-6814005A11F4}"/>
                    </a:ext>
                  </a:extLst>
                </p:cNvPr>
                <p:cNvSpPr/>
                <p:nvPr/>
              </p:nvSpPr>
              <p:spPr>
                <a:xfrm>
                  <a:off x="2358025" y="4489838"/>
                  <a:ext cx="955500" cy="222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0" name="Google Shape;940;p35">
                  <a:extLst>
                    <a:ext uri="{FF2B5EF4-FFF2-40B4-BE49-F238E27FC236}">
                      <a16:creationId xmlns:a16="http://schemas.microsoft.com/office/drawing/2014/main" id="{457BE7CB-38CF-D0F4-F920-B4DDFE3254A4}"/>
                    </a:ext>
                  </a:extLst>
                </p:cNvPr>
                <p:cNvSpPr/>
                <p:nvPr/>
              </p:nvSpPr>
              <p:spPr>
                <a:xfrm>
                  <a:off x="2358025" y="4642213"/>
                  <a:ext cx="955500" cy="222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1" name="Google Shape;941;p35">
                  <a:extLst>
                    <a:ext uri="{FF2B5EF4-FFF2-40B4-BE49-F238E27FC236}">
                      <a16:creationId xmlns:a16="http://schemas.microsoft.com/office/drawing/2014/main" id="{00DC811C-9722-C779-0528-F93B72230A5D}"/>
                    </a:ext>
                  </a:extLst>
                </p:cNvPr>
                <p:cNvSpPr/>
                <p:nvPr/>
              </p:nvSpPr>
              <p:spPr>
                <a:xfrm>
                  <a:off x="2358025" y="4794588"/>
                  <a:ext cx="955500" cy="222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2" name="Google Shape;942;p35">
                  <a:extLst>
                    <a:ext uri="{FF2B5EF4-FFF2-40B4-BE49-F238E27FC236}">
                      <a16:creationId xmlns:a16="http://schemas.microsoft.com/office/drawing/2014/main" id="{026B666B-ADCD-F455-76A8-7CEEE791DFC3}"/>
                    </a:ext>
                  </a:extLst>
                </p:cNvPr>
                <p:cNvSpPr/>
                <p:nvPr/>
              </p:nvSpPr>
              <p:spPr>
                <a:xfrm>
                  <a:off x="2358025" y="4946963"/>
                  <a:ext cx="955500" cy="222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3" name="Google Shape;943;p35">
                  <a:extLst>
                    <a:ext uri="{FF2B5EF4-FFF2-40B4-BE49-F238E27FC236}">
                      <a16:creationId xmlns:a16="http://schemas.microsoft.com/office/drawing/2014/main" id="{6F59B061-A653-3AF6-FEA8-058FF917D317}"/>
                    </a:ext>
                  </a:extLst>
                </p:cNvPr>
                <p:cNvSpPr/>
                <p:nvPr/>
              </p:nvSpPr>
              <p:spPr>
                <a:xfrm>
                  <a:off x="2235000" y="4473938"/>
                  <a:ext cx="986700" cy="54000"/>
                </a:xfrm>
                <a:prstGeom prst="rect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4" name="Google Shape;944;p35">
                  <a:extLst>
                    <a:ext uri="{FF2B5EF4-FFF2-40B4-BE49-F238E27FC236}">
                      <a16:creationId xmlns:a16="http://schemas.microsoft.com/office/drawing/2014/main" id="{0BE38DF3-38D1-2026-6489-5F1598D6D8BE}"/>
                    </a:ext>
                  </a:extLst>
                </p:cNvPr>
                <p:cNvSpPr/>
                <p:nvPr/>
              </p:nvSpPr>
              <p:spPr>
                <a:xfrm>
                  <a:off x="2235000" y="4626313"/>
                  <a:ext cx="440400" cy="54000"/>
                </a:xfrm>
                <a:prstGeom prst="rect">
                  <a:avLst/>
                </a:prstGeom>
                <a:solidFill>
                  <a:schemeClr val="accent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5" name="Google Shape;945;p35">
                  <a:extLst>
                    <a:ext uri="{FF2B5EF4-FFF2-40B4-BE49-F238E27FC236}">
                      <a16:creationId xmlns:a16="http://schemas.microsoft.com/office/drawing/2014/main" id="{C36D945C-1394-8E87-6E9A-4D3AA7A4963D}"/>
                    </a:ext>
                  </a:extLst>
                </p:cNvPr>
                <p:cNvSpPr/>
                <p:nvPr/>
              </p:nvSpPr>
              <p:spPr>
                <a:xfrm>
                  <a:off x="2235000" y="4778688"/>
                  <a:ext cx="619200" cy="5400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6" name="Google Shape;946;p35">
                  <a:extLst>
                    <a:ext uri="{FF2B5EF4-FFF2-40B4-BE49-F238E27FC236}">
                      <a16:creationId xmlns:a16="http://schemas.microsoft.com/office/drawing/2014/main" id="{7D319AB7-55CA-05B7-B0AC-6326CEF82A2D}"/>
                    </a:ext>
                  </a:extLst>
                </p:cNvPr>
                <p:cNvSpPr/>
                <p:nvPr/>
              </p:nvSpPr>
              <p:spPr>
                <a:xfrm>
                  <a:off x="2235000" y="4931063"/>
                  <a:ext cx="810300" cy="54000"/>
                </a:xfrm>
                <a:prstGeom prst="rect">
                  <a:avLst/>
                </a:pr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9" name="Google Shape;947;p35">
                <a:extLst>
                  <a:ext uri="{FF2B5EF4-FFF2-40B4-BE49-F238E27FC236}">
                    <a16:creationId xmlns:a16="http://schemas.microsoft.com/office/drawing/2014/main" id="{C23DAF59-4143-570B-A342-2D5C900DD1FA}"/>
                  </a:ext>
                </a:extLst>
              </p:cNvPr>
              <p:cNvSpPr/>
              <p:nvPr/>
            </p:nvSpPr>
            <p:spPr>
              <a:xfrm>
                <a:off x="1933575" y="3326426"/>
                <a:ext cx="505800" cy="2973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948;p35">
                <a:extLst>
                  <a:ext uri="{FF2B5EF4-FFF2-40B4-BE49-F238E27FC236}">
                    <a16:creationId xmlns:a16="http://schemas.microsoft.com/office/drawing/2014/main" id="{BAEE40BF-BA29-87A8-ED1D-C3BE9AE89F04}"/>
                  </a:ext>
                </a:extLst>
              </p:cNvPr>
              <p:cNvSpPr/>
              <p:nvPr/>
            </p:nvSpPr>
            <p:spPr>
              <a:xfrm>
                <a:off x="2548042" y="3326328"/>
                <a:ext cx="505800" cy="2973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949;p35">
                <a:extLst>
                  <a:ext uri="{FF2B5EF4-FFF2-40B4-BE49-F238E27FC236}">
                    <a16:creationId xmlns:a16="http://schemas.microsoft.com/office/drawing/2014/main" id="{8C7EB578-A25B-F942-2884-3798F7393A05}"/>
                  </a:ext>
                </a:extLst>
              </p:cNvPr>
              <p:cNvSpPr/>
              <p:nvPr/>
            </p:nvSpPr>
            <p:spPr>
              <a:xfrm>
                <a:off x="1933575" y="2985473"/>
                <a:ext cx="505800" cy="2973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950;p35">
                <a:extLst>
                  <a:ext uri="{FF2B5EF4-FFF2-40B4-BE49-F238E27FC236}">
                    <a16:creationId xmlns:a16="http://schemas.microsoft.com/office/drawing/2014/main" id="{B3BA08A3-1D01-A5CE-CBD1-3F40301127A4}"/>
                  </a:ext>
                </a:extLst>
              </p:cNvPr>
              <p:cNvSpPr/>
              <p:nvPr/>
            </p:nvSpPr>
            <p:spPr>
              <a:xfrm>
                <a:off x="2548042" y="2985375"/>
                <a:ext cx="505800" cy="297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" name="Google Shape;951;p35">
              <a:extLst>
                <a:ext uri="{FF2B5EF4-FFF2-40B4-BE49-F238E27FC236}">
                  <a16:creationId xmlns:a16="http://schemas.microsoft.com/office/drawing/2014/main" id="{42F987A7-11FB-7670-1F09-EBB41998F4B4}"/>
                </a:ext>
              </a:extLst>
            </p:cNvPr>
            <p:cNvSpPr/>
            <p:nvPr/>
          </p:nvSpPr>
          <p:spPr>
            <a:xfrm>
              <a:off x="1496869" y="3368405"/>
              <a:ext cx="133060" cy="132984"/>
            </a:xfrm>
            <a:custGeom>
              <a:avLst/>
              <a:gdLst/>
              <a:ahLst/>
              <a:cxnLst/>
              <a:rect l="l" t="t" r="r" b="b"/>
              <a:pathLst>
                <a:path w="1759" h="1758" extrusionOk="0">
                  <a:moveTo>
                    <a:pt x="880" y="0"/>
                  </a:moveTo>
                  <a:cubicBezTo>
                    <a:pt x="398" y="0"/>
                    <a:pt x="1" y="397"/>
                    <a:pt x="1" y="879"/>
                  </a:cubicBezTo>
                  <a:cubicBezTo>
                    <a:pt x="1" y="1370"/>
                    <a:pt x="398" y="1758"/>
                    <a:pt x="880" y="1758"/>
                  </a:cubicBezTo>
                  <a:cubicBezTo>
                    <a:pt x="1371" y="1758"/>
                    <a:pt x="1759" y="1370"/>
                    <a:pt x="1759" y="879"/>
                  </a:cubicBezTo>
                  <a:cubicBezTo>
                    <a:pt x="1759" y="397"/>
                    <a:pt x="1371" y="0"/>
                    <a:pt x="88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52;p35">
              <a:extLst>
                <a:ext uri="{FF2B5EF4-FFF2-40B4-BE49-F238E27FC236}">
                  <a16:creationId xmlns:a16="http://schemas.microsoft.com/office/drawing/2014/main" id="{8E4C3810-A92D-392C-E201-3C378B26AED3}"/>
                </a:ext>
              </a:extLst>
            </p:cNvPr>
            <p:cNvSpPr/>
            <p:nvPr/>
          </p:nvSpPr>
          <p:spPr>
            <a:xfrm>
              <a:off x="3019472" y="1128650"/>
              <a:ext cx="133060" cy="133060"/>
            </a:xfrm>
            <a:custGeom>
              <a:avLst/>
              <a:gdLst/>
              <a:ahLst/>
              <a:cxnLst/>
              <a:rect l="l" t="t" r="r" b="b"/>
              <a:pathLst>
                <a:path w="1759" h="1759" extrusionOk="0">
                  <a:moveTo>
                    <a:pt x="879" y="0"/>
                  </a:moveTo>
                  <a:cubicBezTo>
                    <a:pt x="397" y="0"/>
                    <a:pt x="1" y="397"/>
                    <a:pt x="1" y="879"/>
                  </a:cubicBezTo>
                  <a:cubicBezTo>
                    <a:pt x="1" y="1361"/>
                    <a:pt x="397" y="1758"/>
                    <a:pt x="879" y="1758"/>
                  </a:cubicBezTo>
                  <a:cubicBezTo>
                    <a:pt x="1371" y="1758"/>
                    <a:pt x="1758" y="1361"/>
                    <a:pt x="1758" y="879"/>
                  </a:cubicBezTo>
                  <a:cubicBezTo>
                    <a:pt x="1758" y="397"/>
                    <a:pt x="1371" y="0"/>
                    <a:pt x="879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953;p35">
              <a:extLst>
                <a:ext uri="{FF2B5EF4-FFF2-40B4-BE49-F238E27FC236}">
                  <a16:creationId xmlns:a16="http://schemas.microsoft.com/office/drawing/2014/main" id="{253B1EC8-2790-F3FE-A502-487BB66F7E9B}"/>
                </a:ext>
              </a:extLst>
            </p:cNvPr>
            <p:cNvGrpSpPr/>
            <p:nvPr/>
          </p:nvGrpSpPr>
          <p:grpSpPr>
            <a:xfrm>
              <a:off x="3048096" y="1714142"/>
              <a:ext cx="1308353" cy="638443"/>
              <a:chOff x="3235849" y="1696803"/>
              <a:chExt cx="1334646" cy="651273"/>
            </a:xfrm>
          </p:grpSpPr>
          <p:sp>
            <p:nvSpPr>
              <p:cNvPr id="49" name="Google Shape;954;p35">
                <a:extLst>
                  <a:ext uri="{FF2B5EF4-FFF2-40B4-BE49-F238E27FC236}">
                    <a16:creationId xmlns:a16="http://schemas.microsoft.com/office/drawing/2014/main" id="{B1ED5E58-2457-93F1-BC9D-2257A9AEA12C}"/>
                  </a:ext>
                </a:extLst>
              </p:cNvPr>
              <p:cNvSpPr/>
              <p:nvPr/>
            </p:nvSpPr>
            <p:spPr>
              <a:xfrm>
                <a:off x="3235849" y="1696803"/>
                <a:ext cx="1334646" cy="651273"/>
              </a:xfrm>
              <a:custGeom>
                <a:avLst/>
                <a:gdLst/>
                <a:ahLst/>
                <a:cxnLst/>
                <a:rect l="l" t="t" r="r" b="b"/>
                <a:pathLst>
                  <a:path w="17296" h="8440" extrusionOk="0">
                    <a:moveTo>
                      <a:pt x="8648" y="0"/>
                    </a:moveTo>
                    <a:cubicBezTo>
                      <a:pt x="3875" y="0"/>
                      <a:pt x="0" y="4225"/>
                      <a:pt x="0" y="4225"/>
                    </a:cubicBezTo>
                    <a:cubicBezTo>
                      <a:pt x="0" y="4225"/>
                      <a:pt x="3875" y="8440"/>
                      <a:pt x="8648" y="8440"/>
                    </a:cubicBezTo>
                    <a:cubicBezTo>
                      <a:pt x="13430" y="8440"/>
                      <a:pt x="17295" y="4225"/>
                      <a:pt x="17295" y="4225"/>
                    </a:cubicBezTo>
                    <a:cubicBezTo>
                      <a:pt x="17295" y="4225"/>
                      <a:pt x="13430" y="0"/>
                      <a:pt x="86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55;p35">
                <a:extLst>
                  <a:ext uri="{FF2B5EF4-FFF2-40B4-BE49-F238E27FC236}">
                    <a16:creationId xmlns:a16="http://schemas.microsoft.com/office/drawing/2014/main" id="{264A250A-C751-6D87-F0C9-3EA4E129F597}"/>
                  </a:ext>
                </a:extLst>
              </p:cNvPr>
              <p:cNvSpPr/>
              <p:nvPr/>
            </p:nvSpPr>
            <p:spPr>
              <a:xfrm>
                <a:off x="3647134" y="1766097"/>
                <a:ext cx="512761" cy="512684"/>
              </a:xfrm>
              <a:custGeom>
                <a:avLst/>
                <a:gdLst/>
                <a:ahLst/>
                <a:cxnLst/>
                <a:rect l="l" t="t" r="r" b="b"/>
                <a:pathLst>
                  <a:path w="6645" h="6644" extrusionOk="0">
                    <a:moveTo>
                      <a:pt x="3318" y="0"/>
                    </a:moveTo>
                    <a:cubicBezTo>
                      <a:pt x="1484" y="0"/>
                      <a:pt x="1" y="1493"/>
                      <a:pt x="1" y="3317"/>
                    </a:cubicBezTo>
                    <a:cubicBezTo>
                      <a:pt x="1" y="5151"/>
                      <a:pt x="1484" y="6644"/>
                      <a:pt x="3318" y="6644"/>
                    </a:cubicBezTo>
                    <a:cubicBezTo>
                      <a:pt x="5151" y="6644"/>
                      <a:pt x="6644" y="5151"/>
                      <a:pt x="6644" y="3317"/>
                    </a:cubicBezTo>
                    <a:cubicBezTo>
                      <a:pt x="6644" y="1493"/>
                      <a:pt x="5151" y="0"/>
                      <a:pt x="33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56;p35">
                <a:extLst>
                  <a:ext uri="{FF2B5EF4-FFF2-40B4-BE49-F238E27FC236}">
                    <a16:creationId xmlns:a16="http://schemas.microsoft.com/office/drawing/2014/main" id="{8C9E17F1-19C1-F524-3F37-ED5661DC5F7C}"/>
                  </a:ext>
                </a:extLst>
              </p:cNvPr>
              <p:cNvSpPr/>
              <p:nvPr/>
            </p:nvSpPr>
            <p:spPr>
              <a:xfrm>
                <a:off x="3798068" y="1917031"/>
                <a:ext cx="210892" cy="210815"/>
              </a:xfrm>
              <a:custGeom>
                <a:avLst/>
                <a:gdLst/>
                <a:ahLst/>
                <a:cxnLst/>
                <a:rect l="l" t="t" r="r" b="b"/>
                <a:pathLst>
                  <a:path w="2733" h="2732" extrusionOk="0">
                    <a:moveTo>
                      <a:pt x="1362" y="0"/>
                    </a:moveTo>
                    <a:cubicBezTo>
                      <a:pt x="606" y="0"/>
                      <a:pt x="1" y="615"/>
                      <a:pt x="1" y="1361"/>
                    </a:cubicBezTo>
                    <a:cubicBezTo>
                      <a:pt x="1" y="2117"/>
                      <a:pt x="606" y="2732"/>
                      <a:pt x="1362" y="2732"/>
                    </a:cubicBezTo>
                    <a:cubicBezTo>
                      <a:pt x="2118" y="2732"/>
                      <a:pt x="2732" y="2117"/>
                      <a:pt x="2732" y="1361"/>
                    </a:cubicBezTo>
                    <a:cubicBezTo>
                      <a:pt x="2732" y="615"/>
                      <a:pt x="2118" y="0"/>
                      <a:pt x="13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57;p35">
                <a:extLst>
                  <a:ext uri="{FF2B5EF4-FFF2-40B4-BE49-F238E27FC236}">
                    <a16:creationId xmlns:a16="http://schemas.microsoft.com/office/drawing/2014/main" id="{A4AB497B-E003-75B6-1CB0-EF5BA5E6FEC5}"/>
                  </a:ext>
                </a:extLst>
              </p:cNvPr>
              <p:cNvSpPr/>
              <p:nvPr/>
            </p:nvSpPr>
            <p:spPr>
              <a:xfrm>
                <a:off x="3933722" y="1890795"/>
                <a:ext cx="178020" cy="178020"/>
              </a:xfrm>
              <a:custGeom>
                <a:avLst/>
                <a:gdLst/>
                <a:ahLst/>
                <a:cxnLst/>
                <a:rect l="l" t="t" r="r" b="b"/>
                <a:pathLst>
                  <a:path w="2307" h="2307" extrusionOk="0">
                    <a:moveTo>
                      <a:pt x="1154" y="0"/>
                    </a:moveTo>
                    <a:cubicBezTo>
                      <a:pt x="511" y="0"/>
                      <a:pt x="1" y="511"/>
                      <a:pt x="1" y="1153"/>
                    </a:cubicBezTo>
                    <a:cubicBezTo>
                      <a:pt x="1" y="1786"/>
                      <a:pt x="511" y="2306"/>
                      <a:pt x="1154" y="2306"/>
                    </a:cubicBezTo>
                    <a:cubicBezTo>
                      <a:pt x="1787" y="2306"/>
                      <a:pt x="2307" y="1786"/>
                      <a:pt x="2307" y="1153"/>
                    </a:cubicBezTo>
                    <a:cubicBezTo>
                      <a:pt x="2307" y="511"/>
                      <a:pt x="1787" y="0"/>
                      <a:pt x="11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" name="Google Shape;958;p35">
              <a:extLst>
                <a:ext uri="{FF2B5EF4-FFF2-40B4-BE49-F238E27FC236}">
                  <a16:creationId xmlns:a16="http://schemas.microsoft.com/office/drawing/2014/main" id="{FE6AAFAF-D0E4-6D7A-33C7-9E3DAF58A654}"/>
                </a:ext>
              </a:extLst>
            </p:cNvPr>
            <p:cNvGrpSpPr/>
            <p:nvPr/>
          </p:nvGrpSpPr>
          <p:grpSpPr>
            <a:xfrm>
              <a:off x="916040" y="2086394"/>
              <a:ext cx="1135187" cy="1070659"/>
              <a:chOff x="283800" y="1696800"/>
              <a:chExt cx="1158000" cy="1092175"/>
            </a:xfrm>
          </p:grpSpPr>
          <p:sp>
            <p:nvSpPr>
              <p:cNvPr id="10" name="Google Shape;959;p35">
                <a:extLst>
                  <a:ext uri="{FF2B5EF4-FFF2-40B4-BE49-F238E27FC236}">
                    <a16:creationId xmlns:a16="http://schemas.microsoft.com/office/drawing/2014/main" id="{F757C6F1-9A7C-4D10-2E74-E3EDFC44668B}"/>
                  </a:ext>
                </a:extLst>
              </p:cNvPr>
              <p:cNvSpPr/>
              <p:nvPr/>
            </p:nvSpPr>
            <p:spPr>
              <a:xfrm>
                <a:off x="283800" y="1799275"/>
                <a:ext cx="1158000" cy="989700"/>
              </a:xfrm>
              <a:prstGeom prst="rect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960;p35">
                <a:extLst>
                  <a:ext uri="{FF2B5EF4-FFF2-40B4-BE49-F238E27FC236}">
                    <a16:creationId xmlns:a16="http://schemas.microsoft.com/office/drawing/2014/main" id="{AA5D85FC-EACB-D32D-BCDF-C3665D5962CA}"/>
                  </a:ext>
                </a:extLst>
              </p:cNvPr>
              <p:cNvSpPr/>
              <p:nvPr/>
            </p:nvSpPr>
            <p:spPr>
              <a:xfrm>
                <a:off x="424775" y="1696800"/>
                <a:ext cx="46200" cy="158700"/>
              </a:xfrm>
              <a:prstGeom prst="roundRect">
                <a:avLst>
                  <a:gd name="adj" fmla="val 16667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961;p35">
                <a:extLst>
                  <a:ext uri="{FF2B5EF4-FFF2-40B4-BE49-F238E27FC236}">
                    <a16:creationId xmlns:a16="http://schemas.microsoft.com/office/drawing/2014/main" id="{D9AEA8F5-B18B-DFA3-5A7D-BF1ACB9859F5}"/>
                  </a:ext>
                </a:extLst>
              </p:cNvPr>
              <p:cNvSpPr/>
              <p:nvPr/>
            </p:nvSpPr>
            <p:spPr>
              <a:xfrm>
                <a:off x="1254627" y="1696800"/>
                <a:ext cx="46200" cy="158700"/>
              </a:xfrm>
              <a:prstGeom prst="roundRect">
                <a:avLst>
                  <a:gd name="adj" fmla="val 16667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62;p35">
                <a:extLst>
                  <a:ext uri="{FF2B5EF4-FFF2-40B4-BE49-F238E27FC236}">
                    <a16:creationId xmlns:a16="http://schemas.microsoft.com/office/drawing/2014/main" id="{DF7DD759-E86C-419B-0BB8-009383CA541A}"/>
                  </a:ext>
                </a:extLst>
              </p:cNvPr>
              <p:cNvSpPr/>
              <p:nvPr/>
            </p:nvSpPr>
            <p:spPr>
              <a:xfrm>
                <a:off x="1101901" y="1937513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63;p35">
                <a:extLst>
                  <a:ext uri="{FF2B5EF4-FFF2-40B4-BE49-F238E27FC236}">
                    <a16:creationId xmlns:a16="http://schemas.microsoft.com/office/drawing/2014/main" id="{8EAAECC9-E2C5-1554-7B52-0E3BA78AB500}"/>
                  </a:ext>
                </a:extLst>
              </p:cNvPr>
              <p:cNvSpPr/>
              <p:nvPr/>
            </p:nvSpPr>
            <p:spPr>
              <a:xfrm>
                <a:off x="1255353" y="1937513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64;p35">
                <a:extLst>
                  <a:ext uri="{FF2B5EF4-FFF2-40B4-BE49-F238E27FC236}">
                    <a16:creationId xmlns:a16="http://schemas.microsoft.com/office/drawing/2014/main" id="{A548E72D-D0D0-8101-D314-E6B4DA32D658}"/>
                  </a:ext>
                </a:extLst>
              </p:cNvPr>
              <p:cNvSpPr/>
              <p:nvPr/>
            </p:nvSpPr>
            <p:spPr>
              <a:xfrm>
                <a:off x="334638" y="2107138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65;p35">
                <a:extLst>
                  <a:ext uri="{FF2B5EF4-FFF2-40B4-BE49-F238E27FC236}">
                    <a16:creationId xmlns:a16="http://schemas.microsoft.com/office/drawing/2014/main" id="{F4E0083D-9264-95F3-2C90-F882AD007630}"/>
                  </a:ext>
                </a:extLst>
              </p:cNvPr>
              <p:cNvSpPr/>
              <p:nvPr/>
            </p:nvSpPr>
            <p:spPr>
              <a:xfrm>
                <a:off x="488090" y="2107138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66;p35">
                <a:extLst>
                  <a:ext uri="{FF2B5EF4-FFF2-40B4-BE49-F238E27FC236}">
                    <a16:creationId xmlns:a16="http://schemas.microsoft.com/office/drawing/2014/main" id="{353B7211-8100-8F2F-3D05-142CC3F3D0BA}"/>
                  </a:ext>
                </a:extLst>
              </p:cNvPr>
              <p:cNvSpPr/>
              <p:nvPr/>
            </p:nvSpPr>
            <p:spPr>
              <a:xfrm>
                <a:off x="641543" y="2107138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67;p35">
                <a:extLst>
                  <a:ext uri="{FF2B5EF4-FFF2-40B4-BE49-F238E27FC236}">
                    <a16:creationId xmlns:a16="http://schemas.microsoft.com/office/drawing/2014/main" id="{2F732FC9-FB84-50E3-4F66-87062063ACD5}"/>
                  </a:ext>
                </a:extLst>
              </p:cNvPr>
              <p:cNvSpPr/>
              <p:nvPr/>
            </p:nvSpPr>
            <p:spPr>
              <a:xfrm>
                <a:off x="794995" y="2107138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68;p35">
                <a:extLst>
                  <a:ext uri="{FF2B5EF4-FFF2-40B4-BE49-F238E27FC236}">
                    <a16:creationId xmlns:a16="http://schemas.microsoft.com/office/drawing/2014/main" id="{825FADFF-6314-B844-FBCD-97776D6B58DB}"/>
                  </a:ext>
                </a:extLst>
              </p:cNvPr>
              <p:cNvSpPr/>
              <p:nvPr/>
            </p:nvSpPr>
            <p:spPr>
              <a:xfrm>
                <a:off x="948448" y="2107138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69;p35">
                <a:extLst>
                  <a:ext uri="{FF2B5EF4-FFF2-40B4-BE49-F238E27FC236}">
                    <a16:creationId xmlns:a16="http://schemas.microsoft.com/office/drawing/2014/main" id="{A3931760-DAF0-DC71-6A02-BE7324382A92}"/>
                  </a:ext>
                </a:extLst>
              </p:cNvPr>
              <p:cNvSpPr/>
              <p:nvPr/>
            </p:nvSpPr>
            <p:spPr>
              <a:xfrm>
                <a:off x="1101901" y="2107138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70;p35">
                <a:extLst>
                  <a:ext uri="{FF2B5EF4-FFF2-40B4-BE49-F238E27FC236}">
                    <a16:creationId xmlns:a16="http://schemas.microsoft.com/office/drawing/2014/main" id="{2CD26375-411E-2F05-6D9F-24AE8D3AD051}"/>
                  </a:ext>
                </a:extLst>
              </p:cNvPr>
              <p:cNvSpPr/>
              <p:nvPr/>
            </p:nvSpPr>
            <p:spPr>
              <a:xfrm>
                <a:off x="1255353" y="2107138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71;p35">
                <a:extLst>
                  <a:ext uri="{FF2B5EF4-FFF2-40B4-BE49-F238E27FC236}">
                    <a16:creationId xmlns:a16="http://schemas.microsoft.com/office/drawing/2014/main" id="{8C6B0EA1-D13D-B98A-0DA4-C6AEF50D6993}"/>
                  </a:ext>
                </a:extLst>
              </p:cNvPr>
              <p:cNvSpPr/>
              <p:nvPr/>
            </p:nvSpPr>
            <p:spPr>
              <a:xfrm>
                <a:off x="334638" y="2273163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72;p35">
                <a:extLst>
                  <a:ext uri="{FF2B5EF4-FFF2-40B4-BE49-F238E27FC236}">
                    <a16:creationId xmlns:a16="http://schemas.microsoft.com/office/drawing/2014/main" id="{9DA7A945-8889-EA2B-E985-123646268846}"/>
                  </a:ext>
                </a:extLst>
              </p:cNvPr>
              <p:cNvSpPr/>
              <p:nvPr/>
            </p:nvSpPr>
            <p:spPr>
              <a:xfrm>
                <a:off x="488090" y="2273163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73;p35">
                <a:extLst>
                  <a:ext uri="{FF2B5EF4-FFF2-40B4-BE49-F238E27FC236}">
                    <a16:creationId xmlns:a16="http://schemas.microsoft.com/office/drawing/2014/main" id="{083B8618-B0A5-EE20-7E40-14D7FD5545EF}"/>
                  </a:ext>
                </a:extLst>
              </p:cNvPr>
              <p:cNvSpPr/>
              <p:nvPr/>
            </p:nvSpPr>
            <p:spPr>
              <a:xfrm>
                <a:off x="641543" y="2273163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74;p35">
                <a:extLst>
                  <a:ext uri="{FF2B5EF4-FFF2-40B4-BE49-F238E27FC236}">
                    <a16:creationId xmlns:a16="http://schemas.microsoft.com/office/drawing/2014/main" id="{956A46DF-48D2-0E38-E96C-30221F5D9D13}"/>
                  </a:ext>
                </a:extLst>
              </p:cNvPr>
              <p:cNvSpPr/>
              <p:nvPr/>
            </p:nvSpPr>
            <p:spPr>
              <a:xfrm>
                <a:off x="794995" y="2273163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75;p35">
                <a:extLst>
                  <a:ext uri="{FF2B5EF4-FFF2-40B4-BE49-F238E27FC236}">
                    <a16:creationId xmlns:a16="http://schemas.microsoft.com/office/drawing/2014/main" id="{F03E14BF-8677-2D27-ABD7-D59CC40097F8}"/>
                  </a:ext>
                </a:extLst>
              </p:cNvPr>
              <p:cNvSpPr/>
              <p:nvPr/>
            </p:nvSpPr>
            <p:spPr>
              <a:xfrm>
                <a:off x="948448" y="2273163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76;p35">
                <a:extLst>
                  <a:ext uri="{FF2B5EF4-FFF2-40B4-BE49-F238E27FC236}">
                    <a16:creationId xmlns:a16="http://schemas.microsoft.com/office/drawing/2014/main" id="{530C1F31-672C-FB71-AD0C-F9F8BC8F7D24}"/>
                  </a:ext>
                </a:extLst>
              </p:cNvPr>
              <p:cNvSpPr/>
              <p:nvPr/>
            </p:nvSpPr>
            <p:spPr>
              <a:xfrm>
                <a:off x="1101901" y="2273163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77;p35">
                <a:extLst>
                  <a:ext uri="{FF2B5EF4-FFF2-40B4-BE49-F238E27FC236}">
                    <a16:creationId xmlns:a16="http://schemas.microsoft.com/office/drawing/2014/main" id="{5D4B6EBE-F79F-5CD8-21E9-A5BB8EF9D11D}"/>
                  </a:ext>
                </a:extLst>
              </p:cNvPr>
              <p:cNvSpPr/>
              <p:nvPr/>
            </p:nvSpPr>
            <p:spPr>
              <a:xfrm>
                <a:off x="1255353" y="2273163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78;p35">
                <a:extLst>
                  <a:ext uri="{FF2B5EF4-FFF2-40B4-BE49-F238E27FC236}">
                    <a16:creationId xmlns:a16="http://schemas.microsoft.com/office/drawing/2014/main" id="{0549F487-F8FF-D374-B4E9-BBAA293353A7}"/>
                  </a:ext>
                </a:extLst>
              </p:cNvPr>
              <p:cNvSpPr/>
              <p:nvPr/>
            </p:nvSpPr>
            <p:spPr>
              <a:xfrm>
                <a:off x="334638" y="243920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79;p35">
                <a:extLst>
                  <a:ext uri="{FF2B5EF4-FFF2-40B4-BE49-F238E27FC236}">
                    <a16:creationId xmlns:a16="http://schemas.microsoft.com/office/drawing/2014/main" id="{BF88E02D-0D9C-6471-E03A-68744DBB14A4}"/>
                  </a:ext>
                </a:extLst>
              </p:cNvPr>
              <p:cNvSpPr/>
              <p:nvPr/>
            </p:nvSpPr>
            <p:spPr>
              <a:xfrm>
                <a:off x="488090" y="243920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80;p35">
                <a:extLst>
                  <a:ext uri="{FF2B5EF4-FFF2-40B4-BE49-F238E27FC236}">
                    <a16:creationId xmlns:a16="http://schemas.microsoft.com/office/drawing/2014/main" id="{7E04CABB-5DA5-44AB-57CD-D624C4561452}"/>
                  </a:ext>
                </a:extLst>
              </p:cNvPr>
              <p:cNvSpPr/>
              <p:nvPr/>
            </p:nvSpPr>
            <p:spPr>
              <a:xfrm>
                <a:off x="641543" y="243920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81;p35">
                <a:extLst>
                  <a:ext uri="{FF2B5EF4-FFF2-40B4-BE49-F238E27FC236}">
                    <a16:creationId xmlns:a16="http://schemas.microsoft.com/office/drawing/2014/main" id="{C23C6D4C-B66F-75A6-B38B-D2833106010A}"/>
                  </a:ext>
                </a:extLst>
              </p:cNvPr>
              <p:cNvSpPr/>
              <p:nvPr/>
            </p:nvSpPr>
            <p:spPr>
              <a:xfrm>
                <a:off x="794995" y="243920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82;p35">
                <a:extLst>
                  <a:ext uri="{FF2B5EF4-FFF2-40B4-BE49-F238E27FC236}">
                    <a16:creationId xmlns:a16="http://schemas.microsoft.com/office/drawing/2014/main" id="{E9E75BA7-4A9E-572F-6736-82A867EA8ED8}"/>
                  </a:ext>
                </a:extLst>
              </p:cNvPr>
              <p:cNvSpPr/>
              <p:nvPr/>
            </p:nvSpPr>
            <p:spPr>
              <a:xfrm>
                <a:off x="948448" y="243920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83;p35">
                <a:extLst>
                  <a:ext uri="{FF2B5EF4-FFF2-40B4-BE49-F238E27FC236}">
                    <a16:creationId xmlns:a16="http://schemas.microsoft.com/office/drawing/2014/main" id="{CAD2A352-41F8-0805-5FD3-AFAA0F03574D}"/>
                  </a:ext>
                </a:extLst>
              </p:cNvPr>
              <p:cNvSpPr/>
              <p:nvPr/>
            </p:nvSpPr>
            <p:spPr>
              <a:xfrm>
                <a:off x="1101901" y="243920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84;p35">
                <a:extLst>
                  <a:ext uri="{FF2B5EF4-FFF2-40B4-BE49-F238E27FC236}">
                    <a16:creationId xmlns:a16="http://schemas.microsoft.com/office/drawing/2014/main" id="{9F73967D-DB20-9771-A605-DE2165471869}"/>
                  </a:ext>
                </a:extLst>
              </p:cNvPr>
              <p:cNvSpPr/>
              <p:nvPr/>
            </p:nvSpPr>
            <p:spPr>
              <a:xfrm>
                <a:off x="1255353" y="243920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85;p35">
                <a:extLst>
                  <a:ext uri="{FF2B5EF4-FFF2-40B4-BE49-F238E27FC236}">
                    <a16:creationId xmlns:a16="http://schemas.microsoft.com/office/drawing/2014/main" id="{187D76CC-99F9-612A-923A-29D6A60C6D6E}"/>
                  </a:ext>
                </a:extLst>
              </p:cNvPr>
              <p:cNvSpPr/>
              <p:nvPr/>
            </p:nvSpPr>
            <p:spPr>
              <a:xfrm>
                <a:off x="334638" y="260165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86;p35">
                <a:extLst>
                  <a:ext uri="{FF2B5EF4-FFF2-40B4-BE49-F238E27FC236}">
                    <a16:creationId xmlns:a16="http://schemas.microsoft.com/office/drawing/2014/main" id="{E6E3134F-9809-B041-9FA8-16ABB1505DF6}"/>
                  </a:ext>
                </a:extLst>
              </p:cNvPr>
              <p:cNvSpPr/>
              <p:nvPr/>
            </p:nvSpPr>
            <p:spPr>
              <a:xfrm>
                <a:off x="488090" y="260165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87;p35">
                <a:extLst>
                  <a:ext uri="{FF2B5EF4-FFF2-40B4-BE49-F238E27FC236}">
                    <a16:creationId xmlns:a16="http://schemas.microsoft.com/office/drawing/2014/main" id="{951FA024-C17D-9240-2E6A-1763BC49D95A}"/>
                  </a:ext>
                </a:extLst>
              </p:cNvPr>
              <p:cNvSpPr/>
              <p:nvPr/>
            </p:nvSpPr>
            <p:spPr>
              <a:xfrm>
                <a:off x="641543" y="260165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88;p35">
                <a:extLst>
                  <a:ext uri="{FF2B5EF4-FFF2-40B4-BE49-F238E27FC236}">
                    <a16:creationId xmlns:a16="http://schemas.microsoft.com/office/drawing/2014/main" id="{A8975DA2-BEA4-8658-FF85-111FD214ACBE}"/>
                  </a:ext>
                </a:extLst>
              </p:cNvPr>
              <p:cNvSpPr/>
              <p:nvPr/>
            </p:nvSpPr>
            <p:spPr>
              <a:xfrm>
                <a:off x="794995" y="260165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89;p35">
                <a:extLst>
                  <a:ext uri="{FF2B5EF4-FFF2-40B4-BE49-F238E27FC236}">
                    <a16:creationId xmlns:a16="http://schemas.microsoft.com/office/drawing/2014/main" id="{454E0CF0-6E2F-06BB-08AA-512059ABD428}"/>
                  </a:ext>
                </a:extLst>
              </p:cNvPr>
              <p:cNvSpPr/>
              <p:nvPr/>
            </p:nvSpPr>
            <p:spPr>
              <a:xfrm rot="-8100000">
                <a:off x="1143617" y="1955656"/>
                <a:ext cx="52184" cy="71276"/>
              </a:xfrm>
              <a:prstGeom prst="halfFrame">
                <a:avLst>
                  <a:gd name="adj1" fmla="val 0"/>
                  <a:gd name="adj2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90;p35">
                <a:extLst>
                  <a:ext uri="{FF2B5EF4-FFF2-40B4-BE49-F238E27FC236}">
                    <a16:creationId xmlns:a16="http://schemas.microsoft.com/office/drawing/2014/main" id="{BA3603F5-578F-D89F-1186-92F7DBC21DA2}"/>
                  </a:ext>
                </a:extLst>
              </p:cNvPr>
              <p:cNvSpPr/>
              <p:nvPr/>
            </p:nvSpPr>
            <p:spPr>
              <a:xfrm rot="-8100000">
                <a:off x="1297067" y="1955656"/>
                <a:ext cx="52184" cy="71276"/>
              </a:xfrm>
              <a:prstGeom prst="halfFrame">
                <a:avLst>
                  <a:gd name="adj1" fmla="val 0"/>
                  <a:gd name="adj2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91;p35">
                <a:extLst>
                  <a:ext uri="{FF2B5EF4-FFF2-40B4-BE49-F238E27FC236}">
                    <a16:creationId xmlns:a16="http://schemas.microsoft.com/office/drawing/2014/main" id="{7DF2CA7C-8153-D1A2-19BB-BCFFD2448B41}"/>
                  </a:ext>
                </a:extLst>
              </p:cNvPr>
              <p:cNvSpPr/>
              <p:nvPr/>
            </p:nvSpPr>
            <p:spPr>
              <a:xfrm rot="-8100000">
                <a:off x="1143617" y="2120502"/>
                <a:ext cx="52184" cy="71276"/>
              </a:xfrm>
              <a:prstGeom prst="halfFrame">
                <a:avLst>
                  <a:gd name="adj1" fmla="val 0"/>
                  <a:gd name="adj2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92;p35">
                <a:extLst>
                  <a:ext uri="{FF2B5EF4-FFF2-40B4-BE49-F238E27FC236}">
                    <a16:creationId xmlns:a16="http://schemas.microsoft.com/office/drawing/2014/main" id="{59C373F4-7035-1CA8-A6B2-06C33138C85F}"/>
                  </a:ext>
                </a:extLst>
              </p:cNvPr>
              <p:cNvSpPr/>
              <p:nvPr/>
            </p:nvSpPr>
            <p:spPr>
              <a:xfrm rot="-8100000">
                <a:off x="1297067" y="2120502"/>
                <a:ext cx="52184" cy="71276"/>
              </a:xfrm>
              <a:prstGeom prst="halfFrame">
                <a:avLst>
                  <a:gd name="adj1" fmla="val 0"/>
                  <a:gd name="adj2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93;p35">
                <a:extLst>
                  <a:ext uri="{FF2B5EF4-FFF2-40B4-BE49-F238E27FC236}">
                    <a16:creationId xmlns:a16="http://schemas.microsoft.com/office/drawing/2014/main" id="{FE92C697-F713-F3FF-51F8-CE1B86185663}"/>
                  </a:ext>
                </a:extLst>
              </p:cNvPr>
              <p:cNvSpPr/>
              <p:nvPr/>
            </p:nvSpPr>
            <p:spPr>
              <a:xfrm rot="-8100000">
                <a:off x="836717" y="2120502"/>
                <a:ext cx="52184" cy="71276"/>
              </a:xfrm>
              <a:prstGeom prst="halfFrame">
                <a:avLst>
                  <a:gd name="adj1" fmla="val 0"/>
                  <a:gd name="adj2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94;p35">
                <a:extLst>
                  <a:ext uri="{FF2B5EF4-FFF2-40B4-BE49-F238E27FC236}">
                    <a16:creationId xmlns:a16="http://schemas.microsoft.com/office/drawing/2014/main" id="{ED5BB6A5-20B5-610F-4B47-3286511BB7C4}"/>
                  </a:ext>
                </a:extLst>
              </p:cNvPr>
              <p:cNvSpPr/>
              <p:nvPr/>
            </p:nvSpPr>
            <p:spPr>
              <a:xfrm rot="-8100000">
                <a:off x="990167" y="2120502"/>
                <a:ext cx="52184" cy="71276"/>
              </a:xfrm>
              <a:prstGeom prst="halfFrame">
                <a:avLst>
                  <a:gd name="adj1" fmla="val 0"/>
                  <a:gd name="adj2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95;p35">
                <a:extLst>
                  <a:ext uri="{FF2B5EF4-FFF2-40B4-BE49-F238E27FC236}">
                    <a16:creationId xmlns:a16="http://schemas.microsoft.com/office/drawing/2014/main" id="{2F299508-19D2-452F-5C3A-D2D534659D5A}"/>
                  </a:ext>
                </a:extLst>
              </p:cNvPr>
              <p:cNvSpPr/>
              <p:nvPr/>
            </p:nvSpPr>
            <p:spPr>
              <a:xfrm rot="-8100000">
                <a:off x="529817" y="2120502"/>
                <a:ext cx="52184" cy="71276"/>
              </a:xfrm>
              <a:prstGeom prst="halfFrame">
                <a:avLst>
                  <a:gd name="adj1" fmla="val 0"/>
                  <a:gd name="adj2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96;p35">
                <a:extLst>
                  <a:ext uri="{FF2B5EF4-FFF2-40B4-BE49-F238E27FC236}">
                    <a16:creationId xmlns:a16="http://schemas.microsoft.com/office/drawing/2014/main" id="{4BF2A1D5-AA93-70F1-DDA9-5785E84263B5}"/>
                  </a:ext>
                </a:extLst>
              </p:cNvPr>
              <p:cNvSpPr/>
              <p:nvPr/>
            </p:nvSpPr>
            <p:spPr>
              <a:xfrm rot="-8100000">
                <a:off x="683267" y="2120502"/>
                <a:ext cx="52184" cy="71276"/>
              </a:xfrm>
              <a:prstGeom prst="halfFrame">
                <a:avLst>
                  <a:gd name="adj1" fmla="val 0"/>
                  <a:gd name="adj2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97;p35">
                <a:extLst>
                  <a:ext uri="{FF2B5EF4-FFF2-40B4-BE49-F238E27FC236}">
                    <a16:creationId xmlns:a16="http://schemas.microsoft.com/office/drawing/2014/main" id="{330A19A0-AD86-724C-DF07-AD256BDA3D92}"/>
                  </a:ext>
                </a:extLst>
              </p:cNvPr>
              <p:cNvSpPr/>
              <p:nvPr/>
            </p:nvSpPr>
            <p:spPr>
              <a:xfrm rot="-8100000">
                <a:off x="376367" y="2120502"/>
                <a:ext cx="52184" cy="71276"/>
              </a:xfrm>
              <a:prstGeom prst="halfFrame">
                <a:avLst>
                  <a:gd name="adj1" fmla="val 0"/>
                  <a:gd name="adj2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87" name="TextBox 586">
            <a:extLst>
              <a:ext uri="{FF2B5EF4-FFF2-40B4-BE49-F238E27FC236}">
                <a16:creationId xmlns:a16="http://schemas.microsoft.com/office/drawing/2014/main" id="{18C61CED-4441-9812-C2B3-65A05B4F5284}"/>
              </a:ext>
            </a:extLst>
          </p:cNvPr>
          <p:cNvSpPr txBox="1"/>
          <p:nvPr/>
        </p:nvSpPr>
        <p:spPr>
          <a:xfrm>
            <a:off x="154546" y="4499020"/>
            <a:ext cx="20377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발표자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: 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송녕경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(20223099)</a:t>
            </a:r>
            <a:endParaRPr lang="ko-KR" altLang="en-US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6685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392A40DC-7220-893C-1BEF-AF848C234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862;p34">
            <a:extLst>
              <a:ext uri="{FF2B5EF4-FFF2-40B4-BE49-F238E27FC236}">
                <a16:creationId xmlns:a16="http://schemas.microsoft.com/office/drawing/2014/main" id="{B133D3FF-61C1-B619-3590-E09BC3301D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latin typeface="프리젠테이션 8 ExtraBold" pitchFamily="2" charset="-127"/>
                <a:ea typeface="프리젠테이션 8 ExtraBold" pitchFamily="2" charset="-127"/>
              </a:rPr>
              <a:t>서버</a:t>
            </a:r>
            <a:r>
              <a:rPr lang="en-US" altLang="ko-KR" sz="3000" dirty="0">
                <a:latin typeface="프리젠테이션 8 ExtraBold" pitchFamily="2" charset="-127"/>
                <a:ea typeface="프리젠테이션 8 ExtraBold" pitchFamily="2" charset="-127"/>
              </a:rPr>
              <a:t>-</a:t>
            </a:r>
            <a:r>
              <a:rPr lang="ko-KR" altLang="en-US" sz="3000" dirty="0">
                <a:latin typeface="프리젠테이션 8 ExtraBold" pitchFamily="2" charset="-127"/>
                <a:ea typeface="프리젠테이션 8 ExtraBold" pitchFamily="2" charset="-127"/>
              </a:rPr>
              <a:t>클라이언트</a:t>
            </a:r>
            <a:endParaRPr sz="3000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3614F6-DC40-CAB8-2418-E6A82925E5B3}"/>
              </a:ext>
            </a:extLst>
          </p:cNvPr>
          <p:cNvSpPr txBox="1"/>
          <p:nvPr/>
        </p:nvSpPr>
        <p:spPr>
          <a:xfrm>
            <a:off x="722375" y="1468520"/>
            <a:ext cx="7404591" cy="5745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클라이언트는 로그인 이후 서버와 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TCP 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소켓을 통해 연결을 유지하며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실시간 통신이 가능하도록 구현함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텍스트 파일에 변경이 있으면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클라이언트가 해당 파일을 서버에 전송하고 서버는 기존 파일을 </a:t>
            </a:r>
            <a:r>
              <a:rPr lang="ko-KR" altLang="en-US" dirty="0" err="1">
                <a:latin typeface="프리젠테이션 6 SemiBold" pitchFamily="2" charset="-127"/>
                <a:ea typeface="프리젠테이션 6 SemiBold" pitchFamily="2" charset="-127"/>
              </a:rPr>
              <a:t>덮어쓰기하여</a:t>
            </a: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 동기화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7130356-58BD-6BB5-F766-69AA2B7D94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41" y="2110938"/>
            <a:ext cx="3192203" cy="197905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BCA9DD8-6B41-8102-C0F3-F3B8D8FD54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4734" y="2529504"/>
            <a:ext cx="2392232" cy="106962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727EF2B-E98E-7D89-538E-DFA08A9B86E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837" t="27116" r="11502" b="27584"/>
          <a:stretch/>
        </p:blipFill>
        <p:spPr>
          <a:xfrm>
            <a:off x="5734735" y="3695721"/>
            <a:ext cx="2392231" cy="109331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E60A984-4829-CE49-22B4-04363FF3273E}"/>
              </a:ext>
            </a:extLst>
          </p:cNvPr>
          <p:cNvSpPr txBox="1"/>
          <p:nvPr/>
        </p:nvSpPr>
        <p:spPr>
          <a:xfrm>
            <a:off x="5647888" y="2091579"/>
            <a:ext cx="21932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네 번째 사용자가 로그인 할 경우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: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3EF77E5-A3D0-C21D-218E-A026C8F595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941" y="4199158"/>
            <a:ext cx="3291540" cy="80968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29661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7C49CAAD-6F51-2683-246F-DE5F46151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862;p34">
            <a:extLst>
              <a:ext uri="{FF2B5EF4-FFF2-40B4-BE49-F238E27FC236}">
                <a16:creationId xmlns:a16="http://schemas.microsoft.com/office/drawing/2014/main" id="{2625A5ED-CBE0-73E0-DE07-4FBC57A469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latin typeface="프리젠테이션 8 ExtraBold" pitchFamily="2" charset="-127"/>
                <a:ea typeface="프리젠테이션 8 ExtraBold" pitchFamily="2" charset="-127"/>
              </a:rPr>
              <a:t>로그인　기능</a:t>
            </a:r>
            <a:endParaRPr sz="3000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BF776F1-A8B7-FBDF-775E-D4994DC784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65"/>
          <a:stretch/>
        </p:blipFill>
        <p:spPr>
          <a:xfrm>
            <a:off x="3139419" y="1090412"/>
            <a:ext cx="2875146" cy="1429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69E8492-98CE-6413-255D-2BA9CAC4D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995" y="1476777"/>
            <a:ext cx="2846487" cy="219188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B66BB1B-7F56-D276-E3A7-8A3A4B3E71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9419" y="2698484"/>
            <a:ext cx="2875146" cy="20597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6A9EBB-9731-3415-8BDA-453316EFCE2E}"/>
              </a:ext>
            </a:extLst>
          </p:cNvPr>
          <p:cNvSpPr txBox="1"/>
          <p:nvPr/>
        </p:nvSpPr>
        <p:spPr>
          <a:xfrm>
            <a:off x="722375" y="1528621"/>
            <a:ext cx="1978427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프리젠테이션 7 Bold" pitchFamily="2" charset="-127"/>
                <a:ea typeface="프리젠테이션 7 Bold" pitchFamily="2" charset="-127"/>
              </a:rPr>
              <a:t>서버 </a:t>
            </a:r>
            <a:r>
              <a:rPr lang="en-US" altLang="ko-KR" sz="1600" dirty="0">
                <a:latin typeface="프리젠테이션 7 Bold" pitchFamily="2" charset="-127"/>
                <a:ea typeface="프리젠테이션 7 Bold" pitchFamily="2" charset="-127"/>
              </a:rPr>
              <a:t>IP </a:t>
            </a:r>
            <a:r>
              <a:rPr lang="ko-KR" altLang="en-US" sz="1600" dirty="0">
                <a:latin typeface="프리젠테이션 7 Bold" pitchFamily="2" charset="-127"/>
                <a:ea typeface="프리젠테이션 7 Bold" pitchFamily="2" charset="-127"/>
              </a:rPr>
              <a:t>접근</a:t>
            </a:r>
            <a:endParaRPr lang="en-US" altLang="ko-KR" sz="1600" dirty="0">
              <a:latin typeface="프리젠테이션 7 Bold" pitchFamily="2" charset="-127"/>
              <a:ea typeface="프리젠테이션 7 Bold" pitchFamily="2" charset="-127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프리젠테이션 7 Bold" pitchFamily="2" charset="-127"/>
                <a:ea typeface="프리젠테이션 7 Bold" pitchFamily="2" charset="-127"/>
              </a:rPr>
              <a:t>회원가입</a:t>
            </a:r>
            <a:endParaRPr lang="en-US" altLang="ko-KR" sz="1600" dirty="0">
              <a:latin typeface="프리젠테이션 7 Bold" pitchFamily="2" charset="-127"/>
              <a:ea typeface="프리젠테이션 7 Bold" pitchFamily="2" charset="-127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프리젠테이션 7 Bold" pitchFamily="2" charset="-127"/>
                <a:ea typeface="프리젠테이션 7 Bold" pitchFamily="2" charset="-127"/>
              </a:rPr>
              <a:t>사용자 유형별 로그인</a:t>
            </a:r>
            <a:endParaRPr lang="en-US" altLang="ko-KR" sz="1600" dirty="0">
              <a:latin typeface="프리젠테이션 7 Bold" pitchFamily="2" charset="-127"/>
              <a:ea typeface="프리젠테이션 7 Bold" pitchFamily="2" charset="-127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endParaRPr lang="en-US" altLang="ko-KR" sz="16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72DD47C-658D-16AC-E7EB-BA13E1BE21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8025" y="2257401"/>
            <a:ext cx="2031302" cy="88216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4EAA732-F742-AFF1-CE38-4E58C20873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5906" y="1476777"/>
            <a:ext cx="1843686" cy="83962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90DF9E4-206A-295F-6593-2B37CFB73D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7833" y="3168108"/>
            <a:ext cx="1978318" cy="88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389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81D04E33-459B-F9E5-C55F-745FB2CE8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862;p34">
            <a:extLst>
              <a:ext uri="{FF2B5EF4-FFF2-40B4-BE49-F238E27FC236}">
                <a16:creationId xmlns:a16="http://schemas.microsoft.com/office/drawing/2014/main" id="{96D8611D-356F-962E-25FF-9806749B88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latin typeface="프리젠테이션 8 ExtraBold" pitchFamily="2" charset="-127"/>
                <a:ea typeface="프리젠테이션 8 ExtraBold" pitchFamily="2" charset="-127"/>
              </a:rPr>
              <a:t>사용자　기능</a:t>
            </a:r>
            <a:endParaRPr sz="3000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F30669F-43D7-DF58-9E19-793B097A0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9990" y="1186659"/>
            <a:ext cx="2764828" cy="277018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1132B88-2757-0DA8-7CC8-05D8364CF9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5195" y="1317938"/>
            <a:ext cx="2978805" cy="23971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F94FE2-AEDA-73F2-ECA1-C19287317F03}"/>
              </a:ext>
            </a:extLst>
          </p:cNvPr>
          <p:cNvSpPr txBox="1"/>
          <p:nvPr/>
        </p:nvSpPr>
        <p:spPr>
          <a:xfrm>
            <a:off x="674689" y="1429555"/>
            <a:ext cx="2569934" cy="15286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프리젠테이션 7 Bold" pitchFamily="2" charset="-127"/>
                <a:ea typeface="프리젠테이션 7 Bold" pitchFamily="2" charset="-127"/>
              </a:rPr>
              <a:t>사용 규칙 동의 후 페이지 전환</a:t>
            </a:r>
            <a:endParaRPr lang="en-US" altLang="ko-KR" sz="1600" dirty="0">
              <a:latin typeface="프리젠테이션 7 Bold" pitchFamily="2" charset="-127"/>
              <a:ea typeface="프리젠테이션 7 Bold" pitchFamily="2" charset="-127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프리젠테이션 7 Bold" pitchFamily="2" charset="-127"/>
                <a:ea typeface="프리젠테이션 7 Bold" pitchFamily="2" charset="-127"/>
              </a:rPr>
              <a:t>사용자 예약 조회</a:t>
            </a:r>
            <a:endParaRPr lang="en-US" altLang="ko-KR" sz="1600" dirty="0">
              <a:latin typeface="프리젠테이션 7 Bold" pitchFamily="2" charset="-127"/>
              <a:ea typeface="프리젠테이션 7 Bold" pitchFamily="2" charset="-127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프리젠테이션 7 Bold" pitchFamily="2" charset="-127"/>
                <a:ea typeface="프리젠테이션 7 Bold" pitchFamily="2" charset="-127"/>
              </a:rPr>
              <a:t>예약 취소</a:t>
            </a:r>
            <a:endParaRPr lang="en-US" altLang="ko-KR" sz="1600" dirty="0">
              <a:latin typeface="프리젠테이션 7 Bold" pitchFamily="2" charset="-127"/>
              <a:ea typeface="프리젠테이션 7 Bold" pitchFamily="2" charset="-127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프리젠테이션 7 Bold" pitchFamily="2" charset="-127"/>
                <a:ea typeface="프리젠테이션 7 Bold" pitchFamily="2" charset="-127"/>
              </a:rPr>
              <a:t>공지사항 확인</a:t>
            </a:r>
            <a:endParaRPr lang="en-US" altLang="ko-KR" sz="1600" dirty="0">
              <a:latin typeface="프리젠테이션 7 Bold" pitchFamily="2" charset="-127"/>
              <a:ea typeface="프리젠테이션 7 Bold" pitchFamily="2" charset="-127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프리젠테이션 7 Bold" pitchFamily="2" charset="-127"/>
                <a:ea typeface="프리젠테이션 7 Bold" pitchFamily="2" charset="-127"/>
              </a:rPr>
              <a:t>예약 시작</a:t>
            </a:r>
            <a:r>
              <a:rPr lang="en-US" altLang="ko-KR" sz="1600" dirty="0">
                <a:latin typeface="프리젠테이션 7 Bold" pitchFamily="2" charset="-127"/>
                <a:ea typeface="프리젠테이션 7 Bold" pitchFamily="2" charset="-127"/>
              </a:rPr>
              <a:t>10</a:t>
            </a:r>
            <a:r>
              <a:rPr lang="ko-KR" altLang="en-US" sz="1600" dirty="0">
                <a:latin typeface="프리젠테이션 7 Bold" pitchFamily="2" charset="-127"/>
                <a:ea typeface="프리젠테이션 7 Bold" pitchFamily="2" charset="-127"/>
              </a:rPr>
              <a:t>분 전 알람</a:t>
            </a:r>
            <a:endParaRPr lang="en-US" altLang="ko-KR" sz="16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D31CB60-719B-6AEE-9615-DB2023920E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6083" y="2015343"/>
            <a:ext cx="2242908" cy="74345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0D16138-5407-FB3E-676B-9025A7FC20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2231" y="1232079"/>
            <a:ext cx="3245623" cy="272476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E798323-067C-AFDE-3CE9-7D9E5E6057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9613" y="553255"/>
            <a:ext cx="5411163" cy="408240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43706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445629BE-3AB6-14E2-CB8B-C1D3863BE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862;p34">
            <a:extLst>
              <a:ext uri="{FF2B5EF4-FFF2-40B4-BE49-F238E27FC236}">
                <a16:creationId xmlns:a16="http://schemas.microsoft.com/office/drawing/2014/main" id="{D8A1CAFF-B953-F869-7F41-ABD6C96460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latin typeface="프리젠테이션 8 ExtraBold" pitchFamily="2" charset="-127"/>
                <a:ea typeface="프리젠테이션 8 ExtraBold" pitchFamily="2" charset="-127"/>
              </a:rPr>
              <a:t>강의실 예약　기능</a:t>
            </a:r>
            <a:endParaRPr sz="3000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75682A1-4DB6-EA9B-0A0A-7F5A987BA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4904" y="643283"/>
            <a:ext cx="4731505" cy="39607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D08C33-27F8-78E2-FC48-E7FDF2ECA8D9}"/>
              </a:ext>
            </a:extLst>
          </p:cNvPr>
          <p:cNvSpPr txBox="1"/>
          <p:nvPr/>
        </p:nvSpPr>
        <p:spPr>
          <a:xfrm>
            <a:off x="764146" y="1433848"/>
            <a:ext cx="2969083" cy="18261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프리젠테이션 7 Bold" pitchFamily="2" charset="-127"/>
                <a:ea typeface="프리젠테이션 7 Bold" pitchFamily="2" charset="-127"/>
              </a:rPr>
              <a:t>강의실 예약</a:t>
            </a:r>
            <a:endParaRPr lang="en-US" altLang="ko-KR" sz="1600" dirty="0">
              <a:latin typeface="프리젠테이션 7 Bold" pitchFamily="2" charset="-127"/>
              <a:ea typeface="프리젠테이션 7 Bold" pitchFamily="2" charset="-127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프리젠테이션 7 Bold" pitchFamily="2" charset="-127"/>
                <a:ea typeface="프리젠테이션 7 Bold" pitchFamily="2" charset="-127"/>
              </a:rPr>
              <a:t>강의실</a:t>
            </a:r>
            <a:r>
              <a:rPr lang="en-US" altLang="ko-KR" sz="1600" dirty="0">
                <a:latin typeface="프리젠테이션 7 Bold" pitchFamily="2" charset="-127"/>
                <a:ea typeface="프리젠테이션 7 Bold" pitchFamily="2" charset="-127"/>
              </a:rPr>
              <a:t>/</a:t>
            </a:r>
            <a:r>
              <a:rPr lang="ko-KR" altLang="en-US" sz="1600" dirty="0">
                <a:latin typeface="프리젠테이션 7 Bold" pitchFamily="2" charset="-127"/>
                <a:ea typeface="프리젠테이션 7 Bold" pitchFamily="2" charset="-127"/>
              </a:rPr>
              <a:t>실습실 구분 예약</a:t>
            </a:r>
            <a:endParaRPr lang="en-US" altLang="ko-KR" sz="1600" dirty="0">
              <a:latin typeface="프리젠테이션 7 Bold" pitchFamily="2" charset="-127"/>
              <a:ea typeface="프리젠테이션 7 Bold" pitchFamily="2" charset="-127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프리젠테이션 7 Bold" pitchFamily="2" charset="-127"/>
                <a:ea typeface="프리젠테이션 7 Bold" pitchFamily="2" charset="-127"/>
              </a:rPr>
              <a:t>강의실 정보 확인 가능</a:t>
            </a:r>
            <a:endParaRPr lang="en-US" altLang="ko-KR" sz="1600" dirty="0">
              <a:latin typeface="프리젠테이션 7 Bold" pitchFamily="2" charset="-127"/>
              <a:ea typeface="프리젠테이션 7 Bold" pitchFamily="2" charset="-127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프리젠테이션 7 Bold" pitchFamily="2" charset="-127"/>
                <a:ea typeface="프리젠테이션 7 Bold" pitchFamily="2" charset="-127"/>
              </a:rPr>
              <a:t>동일 시간대 중복 예약 불가능</a:t>
            </a:r>
            <a:endParaRPr lang="en-US" altLang="ko-KR" sz="1600" dirty="0">
              <a:latin typeface="프리젠테이션 7 Bold" pitchFamily="2" charset="-127"/>
              <a:ea typeface="프리젠테이션 7 Bold" pitchFamily="2" charset="-127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프리젠테이션 7 Bold" pitchFamily="2" charset="-127"/>
                <a:ea typeface="프리젠테이션 7 Bold" pitchFamily="2" charset="-127"/>
              </a:rPr>
              <a:t>예약 목적 선택 가능</a:t>
            </a:r>
            <a:endParaRPr lang="en-US" altLang="ko-KR" sz="1600" dirty="0">
              <a:latin typeface="프리젠테이션 7 Bold" pitchFamily="2" charset="-127"/>
              <a:ea typeface="프리젠테이션 7 Bold" pitchFamily="2" charset="-127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프리젠테이션 7 Bold" pitchFamily="2" charset="-127"/>
                <a:ea typeface="프리젠테이션 7 Bold" pitchFamily="2" charset="-127"/>
              </a:rPr>
              <a:t>1</a:t>
            </a:r>
            <a:r>
              <a:rPr lang="ko-KR" altLang="en-US" sz="1600" dirty="0">
                <a:latin typeface="프리젠테이션 7 Bold" pitchFamily="2" charset="-127"/>
                <a:ea typeface="프리젠테이션 7 Bold" pitchFamily="2" charset="-127"/>
              </a:rPr>
              <a:t>일 최대 </a:t>
            </a:r>
            <a:r>
              <a:rPr lang="en-US" altLang="ko-KR" sz="1600" dirty="0">
                <a:latin typeface="프리젠테이션 7 Bold" pitchFamily="2" charset="-127"/>
                <a:ea typeface="프리젠테이션 7 Bold" pitchFamily="2" charset="-127"/>
              </a:rPr>
              <a:t>2</a:t>
            </a:r>
            <a:r>
              <a:rPr lang="ko-KR" altLang="en-US" sz="1600" dirty="0">
                <a:latin typeface="프리젠테이션 7 Bold" pitchFamily="2" charset="-127"/>
                <a:ea typeface="프리젠테이션 7 Bold" pitchFamily="2" charset="-127"/>
              </a:rPr>
              <a:t>시간</a:t>
            </a:r>
            <a:r>
              <a:rPr lang="en-US" altLang="ko-KR" sz="1600" dirty="0">
                <a:latin typeface="프리젠테이션 7 Bold" pitchFamily="2" charset="-127"/>
                <a:ea typeface="프리젠테이션 7 Bold" pitchFamily="2" charset="-127"/>
              </a:rPr>
              <a:t>, 1</a:t>
            </a:r>
            <a:r>
              <a:rPr lang="ko-KR" altLang="en-US" sz="1600" dirty="0">
                <a:latin typeface="프리젠테이션 7 Bold" pitchFamily="2" charset="-127"/>
                <a:ea typeface="프리젠테이션 7 Bold" pitchFamily="2" charset="-127"/>
              </a:rPr>
              <a:t>회까지 예약 가능</a:t>
            </a:r>
            <a:endParaRPr lang="en-US" altLang="ko-KR" sz="16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70188EB-B740-1139-D635-D4C5FB25BD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8332" y="2028758"/>
            <a:ext cx="3064648" cy="92643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5241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>
          <a:extLst>
            <a:ext uri="{FF2B5EF4-FFF2-40B4-BE49-F238E27FC236}">
              <a16:creationId xmlns:a16="http://schemas.microsoft.com/office/drawing/2014/main" id="{702CBA3C-CB86-62E4-F105-33A537950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862;p34">
            <a:extLst>
              <a:ext uri="{FF2B5EF4-FFF2-40B4-BE49-F238E27FC236}">
                <a16:creationId xmlns:a16="http://schemas.microsoft.com/office/drawing/2014/main" id="{2649501F-6DB3-66C2-357C-AB0C1FE8CC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latin typeface="프리젠테이션 8 ExtraBold" pitchFamily="2" charset="-127"/>
                <a:ea typeface="프리젠테이션 8 ExtraBold" pitchFamily="2" charset="-127"/>
              </a:rPr>
              <a:t>관리자　기능</a:t>
            </a:r>
            <a:endParaRPr sz="3000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F11C813-2E31-DF2D-71A9-CD81F964E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8885" y="1212881"/>
            <a:ext cx="4232586" cy="330955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9ADD273-BCA9-B8A2-A5C8-3141CB5B87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8263" y="2361077"/>
            <a:ext cx="1746366" cy="101315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7B1E93B-D64B-94FC-5AAC-5C2830A6DF0A}"/>
              </a:ext>
            </a:extLst>
          </p:cNvPr>
          <p:cNvSpPr txBox="1"/>
          <p:nvPr/>
        </p:nvSpPr>
        <p:spPr>
          <a:xfrm>
            <a:off x="841419" y="1429555"/>
            <a:ext cx="2452916" cy="2718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프리젠테이션 7 Bold" pitchFamily="2" charset="-127"/>
                <a:ea typeface="프리젠테이션 7 Bold" pitchFamily="2" charset="-127"/>
              </a:rPr>
              <a:t>예약 현황</a:t>
            </a:r>
            <a:endParaRPr lang="en-US" altLang="ko-KR" sz="1600" dirty="0">
              <a:latin typeface="프리젠테이션 7 Bold" pitchFamily="2" charset="-127"/>
              <a:ea typeface="프리젠테이션 7 Bold" pitchFamily="2" charset="-127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프리젠테이션 7 Bold" pitchFamily="2" charset="-127"/>
                <a:ea typeface="프리젠테이션 7 Bold" pitchFamily="2" charset="-127"/>
              </a:rPr>
              <a:t>특정 사용자 예약 제한</a:t>
            </a:r>
            <a:endParaRPr lang="en-US" altLang="ko-KR" sz="1600" dirty="0">
              <a:latin typeface="프리젠테이션 7 Bold" pitchFamily="2" charset="-127"/>
              <a:ea typeface="프리젠테이션 7 Bold" pitchFamily="2" charset="-127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프리젠테이션 7 Bold" pitchFamily="2" charset="-127"/>
                <a:ea typeface="프리젠테이션 7 Bold" pitchFamily="2" charset="-127"/>
              </a:rPr>
              <a:t>실시간 알림 기능</a:t>
            </a:r>
            <a:endParaRPr lang="en-US" altLang="ko-KR" sz="1600" dirty="0">
              <a:latin typeface="프리젠테이션 7 Bold" pitchFamily="2" charset="-127"/>
              <a:ea typeface="프리젠테이션 7 Bold" pitchFamily="2" charset="-127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프리젠테이션 7 Bold" pitchFamily="2" charset="-127"/>
                <a:ea typeface="프리젠테이션 7 Bold" pitchFamily="2" charset="-127"/>
              </a:rPr>
              <a:t>강의실 정보 추가</a:t>
            </a:r>
            <a:r>
              <a:rPr lang="en-US" altLang="ko-KR" sz="1600" dirty="0">
                <a:latin typeface="프리젠테이션 7 Bold" pitchFamily="2" charset="-127"/>
                <a:ea typeface="프리젠테이션 7 Bold" pitchFamily="2" charset="-127"/>
              </a:rPr>
              <a:t>/</a:t>
            </a:r>
            <a:r>
              <a:rPr lang="ko-KR" altLang="en-US" sz="1600" dirty="0">
                <a:latin typeface="프리젠테이션 7 Bold" pitchFamily="2" charset="-127"/>
                <a:ea typeface="프리젠테이션 7 Bold" pitchFamily="2" charset="-127"/>
              </a:rPr>
              <a:t>수정</a:t>
            </a:r>
            <a:r>
              <a:rPr lang="en-US" altLang="ko-KR" sz="1600" dirty="0">
                <a:latin typeface="프리젠테이션 7 Bold" pitchFamily="2" charset="-127"/>
                <a:ea typeface="프리젠테이션 7 Bold" pitchFamily="2" charset="-127"/>
              </a:rPr>
              <a:t>/</a:t>
            </a:r>
            <a:r>
              <a:rPr lang="ko-KR" altLang="en-US" sz="1600" dirty="0">
                <a:latin typeface="프리젠테이션 7 Bold" pitchFamily="2" charset="-127"/>
                <a:ea typeface="프리젠테이션 7 Bold" pitchFamily="2" charset="-127"/>
              </a:rPr>
              <a:t>삭제</a:t>
            </a:r>
            <a:endParaRPr lang="en-US" altLang="ko-KR" sz="1600" dirty="0">
              <a:latin typeface="프리젠테이션 7 Bold" pitchFamily="2" charset="-127"/>
              <a:ea typeface="프리젠테이션 7 Bold" pitchFamily="2" charset="-127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프리젠테이션 7 Bold" pitchFamily="2" charset="-127"/>
                <a:ea typeface="프리젠테이션 7 Bold" pitchFamily="2" charset="-127"/>
              </a:rPr>
              <a:t>사용규칙 관리</a:t>
            </a:r>
            <a:endParaRPr lang="en-US" altLang="ko-KR" sz="1600" dirty="0">
              <a:latin typeface="프리젠테이션 7 Bold" pitchFamily="2" charset="-127"/>
              <a:ea typeface="프리젠테이션 7 Bold" pitchFamily="2" charset="-127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프리젠테이션 7 Bold" pitchFamily="2" charset="-127"/>
                <a:ea typeface="프리젠테이션 7 Bold" pitchFamily="2" charset="-127"/>
              </a:rPr>
              <a:t>공지사항 관리</a:t>
            </a:r>
            <a:endParaRPr lang="en-US" altLang="ko-KR" sz="1600" dirty="0">
              <a:latin typeface="프리젠테이션 7 Bold" pitchFamily="2" charset="-127"/>
              <a:ea typeface="프리젠테이션 7 Bold" pitchFamily="2" charset="-127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프리젠테이션 7 Bold" pitchFamily="2" charset="-127"/>
                <a:ea typeface="프리젠테이션 7 Bold" pitchFamily="2" charset="-127"/>
              </a:rPr>
              <a:t>날짜 제한</a:t>
            </a:r>
            <a:endParaRPr lang="en-US" altLang="ko-KR" sz="1600" dirty="0">
              <a:latin typeface="프리젠테이션 7 Bold" pitchFamily="2" charset="-127"/>
              <a:ea typeface="프리젠테이션 7 Bold" pitchFamily="2" charset="-127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프리젠테이션 7 Bold" pitchFamily="2" charset="-127"/>
                <a:ea typeface="프리젠테이션 7 Bold" pitchFamily="2" charset="-127"/>
              </a:rPr>
              <a:t>예약 시각화</a:t>
            </a:r>
            <a:endParaRPr lang="en-US" altLang="ko-KR" sz="1600" dirty="0">
              <a:latin typeface="프리젠테이션 7 Bold" pitchFamily="2" charset="-127"/>
              <a:ea typeface="프리젠테이션 7 Bold" pitchFamily="2" charset="-127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프리젠테이션 7 Bold" pitchFamily="2" charset="-127"/>
                <a:ea typeface="프리젠테이션 7 Bold" pitchFamily="2" charset="-127"/>
              </a:rPr>
              <a:t>예약</a:t>
            </a:r>
            <a:r>
              <a:rPr lang="en-US" altLang="ko-KR" sz="1600" dirty="0">
                <a:latin typeface="프리젠테이션 7 Bold" pitchFamily="2" charset="-127"/>
                <a:ea typeface="프리젠테이션 7 Bold" pitchFamily="2" charset="-127"/>
              </a:rPr>
              <a:t>/</a:t>
            </a:r>
            <a:r>
              <a:rPr lang="ko-KR" altLang="en-US" sz="1600" dirty="0">
                <a:latin typeface="프리젠테이션 7 Bold" pitchFamily="2" charset="-127"/>
                <a:ea typeface="프리젠테이션 7 Bold" pitchFamily="2" charset="-127"/>
              </a:rPr>
              <a:t>취소 현황</a:t>
            </a:r>
            <a:endParaRPr lang="en-US" altLang="ko-KR" sz="16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7A4643D-ADA2-F2F7-877F-472F55C568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2970" y="904642"/>
            <a:ext cx="4148501" cy="364993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9BD789F-497B-5B17-0EC3-AA1212A0EF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4993" y="539500"/>
            <a:ext cx="4130667" cy="418109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730FFA6-1029-72BB-5E76-F61891D2FC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77222" y="825850"/>
            <a:ext cx="4672047" cy="379574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ED84F5B-8515-5036-ACB5-1D04C511F9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5360" y="797243"/>
            <a:ext cx="5015770" cy="378644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B959190-1C42-D9B9-3FB2-28E5BED4CD6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011" y="989031"/>
            <a:ext cx="5436333" cy="340286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177A2C1-E5D9-D8D4-4909-B80A04644C3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58966" y="671328"/>
            <a:ext cx="4825285" cy="403827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37552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6D2BBBBA-929D-7527-ACAB-EE302F01E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0">
            <a:extLst>
              <a:ext uri="{FF2B5EF4-FFF2-40B4-BE49-F238E27FC236}">
                <a16:creationId xmlns:a16="http://schemas.microsoft.com/office/drawing/2014/main" id="{58983443-7566-15FD-A684-8E2823BC7D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5" y="2600850"/>
            <a:ext cx="3473400" cy="7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프리젠테이션 7 Bold" pitchFamily="2" charset="-127"/>
                <a:ea typeface="프리젠테이션 7 Bold" pitchFamily="2" charset="-127"/>
              </a:rPr>
              <a:t>개발 일정 평가</a:t>
            </a:r>
            <a:endParaRPr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603" name="Google Shape;603;p30">
            <a:extLst>
              <a:ext uri="{FF2B5EF4-FFF2-40B4-BE49-F238E27FC236}">
                <a16:creationId xmlns:a16="http://schemas.microsoft.com/office/drawing/2014/main" id="{8A56104E-4213-AB88-A61E-54208781CC3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101075" y="1759050"/>
            <a:ext cx="1094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프리젠테이션 7 Bold" pitchFamily="2" charset="-127"/>
                <a:ea typeface="프리젠테이션 7 Bold" pitchFamily="2" charset="-127"/>
              </a:rPr>
              <a:t>05</a:t>
            </a:r>
            <a:endParaRPr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grpSp>
        <p:nvGrpSpPr>
          <p:cNvPr id="2" name="Google Shape;925;p35">
            <a:extLst>
              <a:ext uri="{FF2B5EF4-FFF2-40B4-BE49-F238E27FC236}">
                <a16:creationId xmlns:a16="http://schemas.microsoft.com/office/drawing/2014/main" id="{C277EE2E-4F0C-7F9D-227E-0A98BA5D9975}"/>
              </a:ext>
            </a:extLst>
          </p:cNvPr>
          <p:cNvGrpSpPr/>
          <p:nvPr/>
        </p:nvGrpSpPr>
        <p:grpSpPr>
          <a:xfrm>
            <a:off x="4868214" y="648237"/>
            <a:ext cx="3756338" cy="3335628"/>
            <a:chOff x="916040" y="1128650"/>
            <a:chExt cx="3440410" cy="2896048"/>
          </a:xfrm>
        </p:grpSpPr>
        <p:sp>
          <p:nvSpPr>
            <p:cNvPr id="3" name="Google Shape;926;p35">
              <a:extLst>
                <a:ext uri="{FF2B5EF4-FFF2-40B4-BE49-F238E27FC236}">
                  <a16:creationId xmlns:a16="http://schemas.microsoft.com/office/drawing/2014/main" id="{7769EB6D-E8BA-97F7-BC31-610842E1515D}"/>
                </a:ext>
              </a:extLst>
            </p:cNvPr>
            <p:cNvSpPr/>
            <p:nvPr/>
          </p:nvSpPr>
          <p:spPr>
            <a:xfrm>
              <a:off x="1306074" y="2645613"/>
              <a:ext cx="675770" cy="789280"/>
            </a:xfrm>
            <a:custGeom>
              <a:avLst/>
              <a:gdLst/>
              <a:ahLst/>
              <a:cxnLst/>
              <a:rect l="l" t="t" r="r" b="b"/>
              <a:pathLst>
                <a:path w="20972" h="10434" fill="none" extrusionOk="0">
                  <a:moveTo>
                    <a:pt x="0" y="0"/>
                  </a:moveTo>
                  <a:lnTo>
                    <a:pt x="0" y="10434"/>
                  </a:lnTo>
                  <a:lnTo>
                    <a:pt x="20971" y="1043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927;p35">
              <a:extLst>
                <a:ext uri="{FF2B5EF4-FFF2-40B4-BE49-F238E27FC236}">
                  <a16:creationId xmlns:a16="http://schemas.microsoft.com/office/drawing/2014/main" id="{E025CE5D-E6D4-3BC0-F39D-62455CFB2182}"/>
                </a:ext>
              </a:extLst>
            </p:cNvPr>
            <p:cNvSpPr/>
            <p:nvPr/>
          </p:nvSpPr>
          <p:spPr>
            <a:xfrm>
              <a:off x="2479709" y="1195140"/>
              <a:ext cx="1212592" cy="734967"/>
            </a:xfrm>
            <a:custGeom>
              <a:avLst/>
              <a:gdLst/>
              <a:ahLst/>
              <a:cxnLst/>
              <a:rect l="l" t="t" r="r" b="b"/>
              <a:pathLst>
                <a:path w="23760" h="9716" fill="none" extrusionOk="0">
                  <a:moveTo>
                    <a:pt x="0" y="5132"/>
                  </a:moveTo>
                  <a:lnTo>
                    <a:pt x="0" y="0"/>
                  </a:lnTo>
                  <a:lnTo>
                    <a:pt x="23759" y="0"/>
                  </a:lnTo>
                  <a:lnTo>
                    <a:pt x="23759" y="971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" name="Google Shape;928;p35">
              <a:extLst>
                <a:ext uri="{FF2B5EF4-FFF2-40B4-BE49-F238E27FC236}">
                  <a16:creationId xmlns:a16="http://schemas.microsoft.com/office/drawing/2014/main" id="{91182DD3-887B-A9B5-AE92-6EFD04B692B8}"/>
                </a:ext>
              </a:extLst>
            </p:cNvPr>
            <p:cNvGrpSpPr/>
            <p:nvPr/>
          </p:nvGrpSpPr>
          <p:grpSpPr>
            <a:xfrm>
              <a:off x="1806583" y="1548250"/>
              <a:ext cx="1374848" cy="2476449"/>
              <a:chOff x="1806583" y="1548250"/>
              <a:chExt cx="1374848" cy="2476449"/>
            </a:xfrm>
          </p:grpSpPr>
          <p:sp>
            <p:nvSpPr>
              <p:cNvPr id="53" name="Google Shape;929;p35">
                <a:extLst>
                  <a:ext uri="{FF2B5EF4-FFF2-40B4-BE49-F238E27FC236}">
                    <a16:creationId xmlns:a16="http://schemas.microsoft.com/office/drawing/2014/main" id="{BE81AAFE-9EF5-E01E-C899-5FAC900D6EDA}"/>
                  </a:ext>
                </a:extLst>
              </p:cNvPr>
              <p:cNvSpPr/>
              <p:nvPr/>
            </p:nvSpPr>
            <p:spPr>
              <a:xfrm>
                <a:off x="1806583" y="1548250"/>
                <a:ext cx="1374167" cy="2468599"/>
              </a:xfrm>
              <a:custGeom>
                <a:avLst/>
                <a:gdLst/>
                <a:ahLst/>
                <a:cxnLst/>
                <a:rect l="l" t="t" r="r" b="b"/>
                <a:pathLst>
                  <a:path w="18166" h="32634" extrusionOk="0">
                    <a:moveTo>
                      <a:pt x="1182" y="1"/>
                    </a:moveTo>
                    <a:cubicBezTo>
                      <a:pt x="530" y="1"/>
                      <a:pt x="1" y="521"/>
                      <a:pt x="1" y="1173"/>
                    </a:cubicBezTo>
                    <a:lnTo>
                      <a:pt x="1" y="31452"/>
                    </a:lnTo>
                    <a:cubicBezTo>
                      <a:pt x="1" y="32104"/>
                      <a:pt x="530" y="32634"/>
                      <a:pt x="1182" y="32634"/>
                    </a:cubicBezTo>
                    <a:lnTo>
                      <a:pt x="16993" y="32634"/>
                    </a:lnTo>
                    <a:cubicBezTo>
                      <a:pt x="17645" y="32634"/>
                      <a:pt x="18165" y="32104"/>
                      <a:pt x="18165" y="31452"/>
                    </a:cubicBezTo>
                    <a:lnTo>
                      <a:pt x="18165" y="1173"/>
                    </a:lnTo>
                    <a:cubicBezTo>
                      <a:pt x="18165" y="521"/>
                      <a:pt x="17645" y="1"/>
                      <a:pt x="169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30;p35">
                <a:extLst>
                  <a:ext uri="{FF2B5EF4-FFF2-40B4-BE49-F238E27FC236}">
                    <a16:creationId xmlns:a16="http://schemas.microsoft.com/office/drawing/2014/main" id="{780308D2-1FC3-D4D6-B87C-41E8FB22D4A1}"/>
                  </a:ext>
                </a:extLst>
              </p:cNvPr>
              <p:cNvSpPr/>
              <p:nvPr/>
            </p:nvSpPr>
            <p:spPr>
              <a:xfrm>
                <a:off x="1807340" y="1548250"/>
                <a:ext cx="1374091" cy="326786"/>
              </a:xfrm>
              <a:custGeom>
                <a:avLst/>
                <a:gdLst/>
                <a:ahLst/>
                <a:cxnLst/>
                <a:rect l="l" t="t" r="r" b="b"/>
                <a:pathLst>
                  <a:path w="18165" h="4320" extrusionOk="0">
                    <a:moveTo>
                      <a:pt x="1172" y="1"/>
                    </a:moveTo>
                    <a:cubicBezTo>
                      <a:pt x="520" y="1"/>
                      <a:pt x="0" y="530"/>
                      <a:pt x="0" y="1173"/>
                    </a:cubicBezTo>
                    <a:lnTo>
                      <a:pt x="0" y="4320"/>
                    </a:lnTo>
                    <a:lnTo>
                      <a:pt x="18165" y="4320"/>
                    </a:lnTo>
                    <a:lnTo>
                      <a:pt x="18165" y="1173"/>
                    </a:lnTo>
                    <a:cubicBezTo>
                      <a:pt x="18165" y="530"/>
                      <a:pt x="17635" y="1"/>
                      <a:pt x="1698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31;p35">
                <a:extLst>
                  <a:ext uri="{FF2B5EF4-FFF2-40B4-BE49-F238E27FC236}">
                    <a16:creationId xmlns:a16="http://schemas.microsoft.com/office/drawing/2014/main" id="{FA3A225A-20AF-39B0-EC9D-F41F50B83436}"/>
                  </a:ext>
                </a:extLst>
              </p:cNvPr>
              <p:cNvSpPr/>
              <p:nvPr/>
            </p:nvSpPr>
            <p:spPr>
              <a:xfrm>
                <a:off x="1806583" y="3698669"/>
                <a:ext cx="1374848" cy="326030"/>
              </a:xfrm>
              <a:custGeom>
                <a:avLst/>
                <a:gdLst/>
                <a:ahLst/>
                <a:cxnLst/>
                <a:rect l="l" t="t" r="r" b="b"/>
                <a:pathLst>
                  <a:path w="18175" h="4310" extrusionOk="0">
                    <a:moveTo>
                      <a:pt x="1" y="0"/>
                    </a:moveTo>
                    <a:lnTo>
                      <a:pt x="1" y="3138"/>
                    </a:lnTo>
                    <a:cubicBezTo>
                      <a:pt x="1" y="3790"/>
                      <a:pt x="530" y="4310"/>
                      <a:pt x="1182" y="4310"/>
                    </a:cubicBezTo>
                    <a:lnTo>
                      <a:pt x="16993" y="4310"/>
                    </a:lnTo>
                    <a:cubicBezTo>
                      <a:pt x="17645" y="4310"/>
                      <a:pt x="18175" y="3790"/>
                      <a:pt x="18175" y="3138"/>
                    </a:cubicBezTo>
                    <a:lnTo>
                      <a:pt x="1817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932;p35">
                <a:extLst>
                  <a:ext uri="{FF2B5EF4-FFF2-40B4-BE49-F238E27FC236}">
                    <a16:creationId xmlns:a16="http://schemas.microsoft.com/office/drawing/2014/main" id="{60C33B11-8F18-B949-FC14-47FE99082582}"/>
                  </a:ext>
                </a:extLst>
              </p:cNvPr>
              <p:cNvSpPr/>
              <p:nvPr/>
            </p:nvSpPr>
            <p:spPr>
              <a:xfrm>
                <a:off x="2282005" y="1683351"/>
                <a:ext cx="423990" cy="37293"/>
              </a:xfrm>
              <a:custGeom>
                <a:avLst/>
                <a:gdLst/>
                <a:ahLst/>
                <a:cxnLst/>
                <a:rect l="l" t="t" r="r" b="b"/>
                <a:pathLst>
                  <a:path w="5605" h="493" extrusionOk="0">
                    <a:moveTo>
                      <a:pt x="1" y="1"/>
                    </a:moveTo>
                    <a:lnTo>
                      <a:pt x="1" y="492"/>
                    </a:lnTo>
                    <a:lnTo>
                      <a:pt x="5605" y="492"/>
                    </a:lnTo>
                    <a:lnTo>
                      <a:pt x="560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933;p35">
                <a:extLst>
                  <a:ext uri="{FF2B5EF4-FFF2-40B4-BE49-F238E27FC236}">
                    <a16:creationId xmlns:a16="http://schemas.microsoft.com/office/drawing/2014/main" id="{9E4B52BD-2DCE-B9F6-1DFB-A146C480C48E}"/>
                  </a:ext>
                </a:extLst>
              </p:cNvPr>
              <p:cNvSpPr/>
              <p:nvPr/>
            </p:nvSpPr>
            <p:spPr>
              <a:xfrm>
                <a:off x="2393504" y="3761529"/>
                <a:ext cx="200989" cy="200989"/>
              </a:xfrm>
              <a:custGeom>
                <a:avLst/>
                <a:gdLst/>
                <a:ahLst/>
                <a:cxnLst/>
                <a:rect l="l" t="t" r="r" b="b"/>
                <a:pathLst>
                  <a:path w="2657" h="2657" extrusionOk="0">
                    <a:moveTo>
                      <a:pt x="1333" y="1"/>
                    </a:moveTo>
                    <a:cubicBezTo>
                      <a:pt x="596" y="1"/>
                      <a:pt x="1" y="596"/>
                      <a:pt x="1" y="1324"/>
                    </a:cubicBezTo>
                    <a:cubicBezTo>
                      <a:pt x="1" y="2061"/>
                      <a:pt x="596" y="2656"/>
                      <a:pt x="1333" y="2656"/>
                    </a:cubicBezTo>
                    <a:cubicBezTo>
                      <a:pt x="2061" y="2656"/>
                      <a:pt x="2657" y="2061"/>
                      <a:pt x="2657" y="1324"/>
                    </a:cubicBezTo>
                    <a:cubicBezTo>
                      <a:pt x="2657" y="596"/>
                      <a:pt x="2061" y="1"/>
                      <a:pt x="133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8" name="Google Shape;934;p35">
                <a:extLst>
                  <a:ext uri="{FF2B5EF4-FFF2-40B4-BE49-F238E27FC236}">
                    <a16:creationId xmlns:a16="http://schemas.microsoft.com/office/drawing/2014/main" id="{56E8E395-44DC-45F9-DAE8-C54BAD631116}"/>
                  </a:ext>
                </a:extLst>
              </p:cNvPr>
              <p:cNvGrpSpPr/>
              <p:nvPr/>
            </p:nvGrpSpPr>
            <p:grpSpPr>
              <a:xfrm>
                <a:off x="1934288" y="1969238"/>
                <a:ext cx="1120200" cy="857900"/>
                <a:chOff x="2193325" y="4127163"/>
                <a:chExt cx="1120200" cy="857900"/>
              </a:xfrm>
            </p:grpSpPr>
            <p:sp>
              <p:nvSpPr>
                <p:cNvPr id="63" name="Google Shape;935;p35">
                  <a:extLst>
                    <a:ext uri="{FF2B5EF4-FFF2-40B4-BE49-F238E27FC236}">
                      <a16:creationId xmlns:a16="http://schemas.microsoft.com/office/drawing/2014/main" id="{1A31DBB6-EC32-AA57-1307-2B0F2786336A}"/>
                    </a:ext>
                  </a:extLst>
                </p:cNvPr>
                <p:cNvSpPr/>
                <p:nvPr/>
              </p:nvSpPr>
              <p:spPr>
                <a:xfrm>
                  <a:off x="2193325" y="4127163"/>
                  <a:ext cx="248400" cy="248400"/>
                </a:xfrm>
                <a:prstGeom prst="donut">
                  <a:avLst>
                    <a:gd name="adj" fmla="val 25000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6" name="Google Shape;936;p35">
                  <a:extLst>
                    <a:ext uri="{FF2B5EF4-FFF2-40B4-BE49-F238E27FC236}">
                      <a16:creationId xmlns:a16="http://schemas.microsoft.com/office/drawing/2014/main" id="{86EA53BF-F0B3-1528-EBA0-DBA4E88EBC84}"/>
                    </a:ext>
                  </a:extLst>
                </p:cNvPr>
                <p:cNvSpPr/>
                <p:nvPr/>
              </p:nvSpPr>
              <p:spPr>
                <a:xfrm>
                  <a:off x="2193325" y="4127163"/>
                  <a:ext cx="248400" cy="248400"/>
                </a:xfrm>
                <a:prstGeom prst="blockArc">
                  <a:avLst>
                    <a:gd name="adj1" fmla="val 8495047"/>
                    <a:gd name="adj2" fmla="val 16399518"/>
                    <a:gd name="adj3" fmla="val 24494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7" name="Google Shape;937;p35">
                  <a:extLst>
                    <a:ext uri="{FF2B5EF4-FFF2-40B4-BE49-F238E27FC236}">
                      <a16:creationId xmlns:a16="http://schemas.microsoft.com/office/drawing/2014/main" id="{1DB5FF0B-AD7F-418B-E8A0-61A439D043B5}"/>
                    </a:ext>
                  </a:extLst>
                </p:cNvPr>
                <p:cNvSpPr/>
                <p:nvPr/>
              </p:nvSpPr>
              <p:spPr>
                <a:xfrm>
                  <a:off x="2488500" y="4171137"/>
                  <a:ext cx="353400" cy="222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8" name="Google Shape;938;p35">
                  <a:extLst>
                    <a:ext uri="{FF2B5EF4-FFF2-40B4-BE49-F238E27FC236}">
                      <a16:creationId xmlns:a16="http://schemas.microsoft.com/office/drawing/2014/main" id="{404EC664-25FB-73C3-74F2-FE0811A5256D}"/>
                    </a:ext>
                  </a:extLst>
                </p:cNvPr>
                <p:cNvSpPr/>
                <p:nvPr/>
              </p:nvSpPr>
              <p:spPr>
                <a:xfrm>
                  <a:off x="2488500" y="4241672"/>
                  <a:ext cx="353400" cy="222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9" name="Google Shape;939;p35">
                  <a:extLst>
                    <a:ext uri="{FF2B5EF4-FFF2-40B4-BE49-F238E27FC236}">
                      <a16:creationId xmlns:a16="http://schemas.microsoft.com/office/drawing/2014/main" id="{057A1CA2-FC4A-00F1-C518-55F2E6572C66}"/>
                    </a:ext>
                  </a:extLst>
                </p:cNvPr>
                <p:cNvSpPr/>
                <p:nvPr/>
              </p:nvSpPr>
              <p:spPr>
                <a:xfrm>
                  <a:off x="2358025" y="4489838"/>
                  <a:ext cx="955500" cy="222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0" name="Google Shape;940;p35">
                  <a:extLst>
                    <a:ext uri="{FF2B5EF4-FFF2-40B4-BE49-F238E27FC236}">
                      <a16:creationId xmlns:a16="http://schemas.microsoft.com/office/drawing/2014/main" id="{6815DF25-ACD2-3F2C-1677-616827C1575D}"/>
                    </a:ext>
                  </a:extLst>
                </p:cNvPr>
                <p:cNvSpPr/>
                <p:nvPr/>
              </p:nvSpPr>
              <p:spPr>
                <a:xfrm>
                  <a:off x="2358025" y="4642213"/>
                  <a:ext cx="955500" cy="222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1" name="Google Shape;941;p35">
                  <a:extLst>
                    <a:ext uri="{FF2B5EF4-FFF2-40B4-BE49-F238E27FC236}">
                      <a16:creationId xmlns:a16="http://schemas.microsoft.com/office/drawing/2014/main" id="{0FCEA4AD-15AE-161F-73B2-C5A2015F4AA6}"/>
                    </a:ext>
                  </a:extLst>
                </p:cNvPr>
                <p:cNvSpPr/>
                <p:nvPr/>
              </p:nvSpPr>
              <p:spPr>
                <a:xfrm>
                  <a:off x="2358025" y="4794588"/>
                  <a:ext cx="955500" cy="222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2" name="Google Shape;942;p35">
                  <a:extLst>
                    <a:ext uri="{FF2B5EF4-FFF2-40B4-BE49-F238E27FC236}">
                      <a16:creationId xmlns:a16="http://schemas.microsoft.com/office/drawing/2014/main" id="{DB5FD371-6FEF-A6A0-B7ED-8A8D3A059FD0}"/>
                    </a:ext>
                  </a:extLst>
                </p:cNvPr>
                <p:cNvSpPr/>
                <p:nvPr/>
              </p:nvSpPr>
              <p:spPr>
                <a:xfrm>
                  <a:off x="2358025" y="4946963"/>
                  <a:ext cx="955500" cy="222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3" name="Google Shape;943;p35">
                  <a:extLst>
                    <a:ext uri="{FF2B5EF4-FFF2-40B4-BE49-F238E27FC236}">
                      <a16:creationId xmlns:a16="http://schemas.microsoft.com/office/drawing/2014/main" id="{BB3817EA-15D5-3E44-A0FF-369DB4288BCD}"/>
                    </a:ext>
                  </a:extLst>
                </p:cNvPr>
                <p:cNvSpPr/>
                <p:nvPr/>
              </p:nvSpPr>
              <p:spPr>
                <a:xfrm>
                  <a:off x="2235000" y="4473938"/>
                  <a:ext cx="986700" cy="54000"/>
                </a:xfrm>
                <a:prstGeom prst="rect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4" name="Google Shape;944;p35">
                  <a:extLst>
                    <a:ext uri="{FF2B5EF4-FFF2-40B4-BE49-F238E27FC236}">
                      <a16:creationId xmlns:a16="http://schemas.microsoft.com/office/drawing/2014/main" id="{D46BC47D-73BF-0B4A-275F-15BC00F4CEB2}"/>
                    </a:ext>
                  </a:extLst>
                </p:cNvPr>
                <p:cNvSpPr/>
                <p:nvPr/>
              </p:nvSpPr>
              <p:spPr>
                <a:xfrm>
                  <a:off x="2235000" y="4626313"/>
                  <a:ext cx="440400" cy="54000"/>
                </a:xfrm>
                <a:prstGeom prst="rect">
                  <a:avLst/>
                </a:prstGeom>
                <a:solidFill>
                  <a:schemeClr val="accent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5" name="Google Shape;945;p35">
                  <a:extLst>
                    <a:ext uri="{FF2B5EF4-FFF2-40B4-BE49-F238E27FC236}">
                      <a16:creationId xmlns:a16="http://schemas.microsoft.com/office/drawing/2014/main" id="{D9D832DB-E21F-912D-2D30-3A2AA3124A02}"/>
                    </a:ext>
                  </a:extLst>
                </p:cNvPr>
                <p:cNvSpPr/>
                <p:nvPr/>
              </p:nvSpPr>
              <p:spPr>
                <a:xfrm>
                  <a:off x="2235000" y="4778688"/>
                  <a:ext cx="619200" cy="5400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6" name="Google Shape;946;p35">
                  <a:extLst>
                    <a:ext uri="{FF2B5EF4-FFF2-40B4-BE49-F238E27FC236}">
                      <a16:creationId xmlns:a16="http://schemas.microsoft.com/office/drawing/2014/main" id="{E64E1D7B-C378-EFDC-5450-1F008EF5CE2E}"/>
                    </a:ext>
                  </a:extLst>
                </p:cNvPr>
                <p:cNvSpPr/>
                <p:nvPr/>
              </p:nvSpPr>
              <p:spPr>
                <a:xfrm>
                  <a:off x="2235000" y="4931063"/>
                  <a:ext cx="810300" cy="54000"/>
                </a:xfrm>
                <a:prstGeom prst="rect">
                  <a:avLst/>
                </a:pr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9" name="Google Shape;947;p35">
                <a:extLst>
                  <a:ext uri="{FF2B5EF4-FFF2-40B4-BE49-F238E27FC236}">
                    <a16:creationId xmlns:a16="http://schemas.microsoft.com/office/drawing/2014/main" id="{5B8E3730-E3E1-6F26-B24C-E565B759A4DB}"/>
                  </a:ext>
                </a:extLst>
              </p:cNvPr>
              <p:cNvSpPr/>
              <p:nvPr/>
            </p:nvSpPr>
            <p:spPr>
              <a:xfrm>
                <a:off x="1933575" y="3326426"/>
                <a:ext cx="505800" cy="2973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948;p35">
                <a:extLst>
                  <a:ext uri="{FF2B5EF4-FFF2-40B4-BE49-F238E27FC236}">
                    <a16:creationId xmlns:a16="http://schemas.microsoft.com/office/drawing/2014/main" id="{C3BCA5A5-E4D0-69F4-3704-1230D6568345}"/>
                  </a:ext>
                </a:extLst>
              </p:cNvPr>
              <p:cNvSpPr/>
              <p:nvPr/>
            </p:nvSpPr>
            <p:spPr>
              <a:xfrm>
                <a:off x="2548042" y="3326328"/>
                <a:ext cx="505800" cy="2973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949;p35">
                <a:extLst>
                  <a:ext uri="{FF2B5EF4-FFF2-40B4-BE49-F238E27FC236}">
                    <a16:creationId xmlns:a16="http://schemas.microsoft.com/office/drawing/2014/main" id="{E90AF400-0ACC-AF3C-B0EE-A943F6EAC083}"/>
                  </a:ext>
                </a:extLst>
              </p:cNvPr>
              <p:cNvSpPr/>
              <p:nvPr/>
            </p:nvSpPr>
            <p:spPr>
              <a:xfrm>
                <a:off x="1933575" y="2985473"/>
                <a:ext cx="505800" cy="2973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950;p35">
                <a:extLst>
                  <a:ext uri="{FF2B5EF4-FFF2-40B4-BE49-F238E27FC236}">
                    <a16:creationId xmlns:a16="http://schemas.microsoft.com/office/drawing/2014/main" id="{02077569-DBAA-787D-0B95-FE1FA8A12144}"/>
                  </a:ext>
                </a:extLst>
              </p:cNvPr>
              <p:cNvSpPr/>
              <p:nvPr/>
            </p:nvSpPr>
            <p:spPr>
              <a:xfrm>
                <a:off x="2548042" y="2985375"/>
                <a:ext cx="505800" cy="297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" name="Google Shape;951;p35">
              <a:extLst>
                <a:ext uri="{FF2B5EF4-FFF2-40B4-BE49-F238E27FC236}">
                  <a16:creationId xmlns:a16="http://schemas.microsoft.com/office/drawing/2014/main" id="{1485F26D-095A-25A1-B024-CDF7FB2DF9E9}"/>
                </a:ext>
              </a:extLst>
            </p:cNvPr>
            <p:cNvSpPr/>
            <p:nvPr/>
          </p:nvSpPr>
          <p:spPr>
            <a:xfrm>
              <a:off x="1496869" y="3368405"/>
              <a:ext cx="133060" cy="132984"/>
            </a:xfrm>
            <a:custGeom>
              <a:avLst/>
              <a:gdLst/>
              <a:ahLst/>
              <a:cxnLst/>
              <a:rect l="l" t="t" r="r" b="b"/>
              <a:pathLst>
                <a:path w="1759" h="1758" extrusionOk="0">
                  <a:moveTo>
                    <a:pt x="880" y="0"/>
                  </a:moveTo>
                  <a:cubicBezTo>
                    <a:pt x="398" y="0"/>
                    <a:pt x="1" y="397"/>
                    <a:pt x="1" y="879"/>
                  </a:cubicBezTo>
                  <a:cubicBezTo>
                    <a:pt x="1" y="1370"/>
                    <a:pt x="398" y="1758"/>
                    <a:pt x="880" y="1758"/>
                  </a:cubicBezTo>
                  <a:cubicBezTo>
                    <a:pt x="1371" y="1758"/>
                    <a:pt x="1759" y="1370"/>
                    <a:pt x="1759" y="879"/>
                  </a:cubicBezTo>
                  <a:cubicBezTo>
                    <a:pt x="1759" y="397"/>
                    <a:pt x="1371" y="0"/>
                    <a:pt x="88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52;p35">
              <a:extLst>
                <a:ext uri="{FF2B5EF4-FFF2-40B4-BE49-F238E27FC236}">
                  <a16:creationId xmlns:a16="http://schemas.microsoft.com/office/drawing/2014/main" id="{A7591C3C-8B98-E320-6328-CCF3702DA5E7}"/>
                </a:ext>
              </a:extLst>
            </p:cNvPr>
            <p:cNvSpPr/>
            <p:nvPr/>
          </p:nvSpPr>
          <p:spPr>
            <a:xfrm>
              <a:off x="3019472" y="1128650"/>
              <a:ext cx="133060" cy="133060"/>
            </a:xfrm>
            <a:custGeom>
              <a:avLst/>
              <a:gdLst/>
              <a:ahLst/>
              <a:cxnLst/>
              <a:rect l="l" t="t" r="r" b="b"/>
              <a:pathLst>
                <a:path w="1759" h="1759" extrusionOk="0">
                  <a:moveTo>
                    <a:pt x="879" y="0"/>
                  </a:moveTo>
                  <a:cubicBezTo>
                    <a:pt x="397" y="0"/>
                    <a:pt x="1" y="397"/>
                    <a:pt x="1" y="879"/>
                  </a:cubicBezTo>
                  <a:cubicBezTo>
                    <a:pt x="1" y="1361"/>
                    <a:pt x="397" y="1758"/>
                    <a:pt x="879" y="1758"/>
                  </a:cubicBezTo>
                  <a:cubicBezTo>
                    <a:pt x="1371" y="1758"/>
                    <a:pt x="1758" y="1361"/>
                    <a:pt x="1758" y="879"/>
                  </a:cubicBezTo>
                  <a:cubicBezTo>
                    <a:pt x="1758" y="397"/>
                    <a:pt x="1371" y="0"/>
                    <a:pt x="879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953;p35">
              <a:extLst>
                <a:ext uri="{FF2B5EF4-FFF2-40B4-BE49-F238E27FC236}">
                  <a16:creationId xmlns:a16="http://schemas.microsoft.com/office/drawing/2014/main" id="{B42A62EC-A49E-8E02-E97B-9529A8DB0725}"/>
                </a:ext>
              </a:extLst>
            </p:cNvPr>
            <p:cNvGrpSpPr/>
            <p:nvPr/>
          </p:nvGrpSpPr>
          <p:grpSpPr>
            <a:xfrm>
              <a:off x="3048096" y="1714142"/>
              <a:ext cx="1308353" cy="638443"/>
              <a:chOff x="3235849" y="1696803"/>
              <a:chExt cx="1334646" cy="651273"/>
            </a:xfrm>
          </p:grpSpPr>
          <p:sp>
            <p:nvSpPr>
              <p:cNvPr id="49" name="Google Shape;954;p35">
                <a:extLst>
                  <a:ext uri="{FF2B5EF4-FFF2-40B4-BE49-F238E27FC236}">
                    <a16:creationId xmlns:a16="http://schemas.microsoft.com/office/drawing/2014/main" id="{987831C7-0C50-1666-80D7-33B4F41ADE07}"/>
                  </a:ext>
                </a:extLst>
              </p:cNvPr>
              <p:cNvSpPr/>
              <p:nvPr/>
            </p:nvSpPr>
            <p:spPr>
              <a:xfrm>
                <a:off x="3235849" y="1696803"/>
                <a:ext cx="1334646" cy="651273"/>
              </a:xfrm>
              <a:custGeom>
                <a:avLst/>
                <a:gdLst/>
                <a:ahLst/>
                <a:cxnLst/>
                <a:rect l="l" t="t" r="r" b="b"/>
                <a:pathLst>
                  <a:path w="17296" h="8440" extrusionOk="0">
                    <a:moveTo>
                      <a:pt x="8648" y="0"/>
                    </a:moveTo>
                    <a:cubicBezTo>
                      <a:pt x="3875" y="0"/>
                      <a:pt x="0" y="4225"/>
                      <a:pt x="0" y="4225"/>
                    </a:cubicBezTo>
                    <a:cubicBezTo>
                      <a:pt x="0" y="4225"/>
                      <a:pt x="3875" y="8440"/>
                      <a:pt x="8648" y="8440"/>
                    </a:cubicBezTo>
                    <a:cubicBezTo>
                      <a:pt x="13430" y="8440"/>
                      <a:pt x="17295" y="4225"/>
                      <a:pt x="17295" y="4225"/>
                    </a:cubicBezTo>
                    <a:cubicBezTo>
                      <a:pt x="17295" y="4225"/>
                      <a:pt x="13430" y="0"/>
                      <a:pt x="86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55;p35">
                <a:extLst>
                  <a:ext uri="{FF2B5EF4-FFF2-40B4-BE49-F238E27FC236}">
                    <a16:creationId xmlns:a16="http://schemas.microsoft.com/office/drawing/2014/main" id="{5A57413B-3330-B5C0-F0D1-278939A14B2B}"/>
                  </a:ext>
                </a:extLst>
              </p:cNvPr>
              <p:cNvSpPr/>
              <p:nvPr/>
            </p:nvSpPr>
            <p:spPr>
              <a:xfrm>
                <a:off x="3647134" y="1766097"/>
                <a:ext cx="512761" cy="512684"/>
              </a:xfrm>
              <a:custGeom>
                <a:avLst/>
                <a:gdLst/>
                <a:ahLst/>
                <a:cxnLst/>
                <a:rect l="l" t="t" r="r" b="b"/>
                <a:pathLst>
                  <a:path w="6645" h="6644" extrusionOk="0">
                    <a:moveTo>
                      <a:pt x="3318" y="0"/>
                    </a:moveTo>
                    <a:cubicBezTo>
                      <a:pt x="1484" y="0"/>
                      <a:pt x="1" y="1493"/>
                      <a:pt x="1" y="3317"/>
                    </a:cubicBezTo>
                    <a:cubicBezTo>
                      <a:pt x="1" y="5151"/>
                      <a:pt x="1484" y="6644"/>
                      <a:pt x="3318" y="6644"/>
                    </a:cubicBezTo>
                    <a:cubicBezTo>
                      <a:pt x="5151" y="6644"/>
                      <a:pt x="6644" y="5151"/>
                      <a:pt x="6644" y="3317"/>
                    </a:cubicBezTo>
                    <a:cubicBezTo>
                      <a:pt x="6644" y="1493"/>
                      <a:pt x="5151" y="0"/>
                      <a:pt x="33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56;p35">
                <a:extLst>
                  <a:ext uri="{FF2B5EF4-FFF2-40B4-BE49-F238E27FC236}">
                    <a16:creationId xmlns:a16="http://schemas.microsoft.com/office/drawing/2014/main" id="{93548F11-0088-4A70-EC74-252C6BA8CEBC}"/>
                  </a:ext>
                </a:extLst>
              </p:cNvPr>
              <p:cNvSpPr/>
              <p:nvPr/>
            </p:nvSpPr>
            <p:spPr>
              <a:xfrm>
                <a:off x="3798068" y="1917031"/>
                <a:ext cx="210892" cy="210815"/>
              </a:xfrm>
              <a:custGeom>
                <a:avLst/>
                <a:gdLst/>
                <a:ahLst/>
                <a:cxnLst/>
                <a:rect l="l" t="t" r="r" b="b"/>
                <a:pathLst>
                  <a:path w="2733" h="2732" extrusionOk="0">
                    <a:moveTo>
                      <a:pt x="1362" y="0"/>
                    </a:moveTo>
                    <a:cubicBezTo>
                      <a:pt x="606" y="0"/>
                      <a:pt x="1" y="615"/>
                      <a:pt x="1" y="1361"/>
                    </a:cubicBezTo>
                    <a:cubicBezTo>
                      <a:pt x="1" y="2117"/>
                      <a:pt x="606" y="2732"/>
                      <a:pt x="1362" y="2732"/>
                    </a:cubicBezTo>
                    <a:cubicBezTo>
                      <a:pt x="2118" y="2732"/>
                      <a:pt x="2732" y="2117"/>
                      <a:pt x="2732" y="1361"/>
                    </a:cubicBezTo>
                    <a:cubicBezTo>
                      <a:pt x="2732" y="615"/>
                      <a:pt x="2118" y="0"/>
                      <a:pt x="13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57;p35">
                <a:extLst>
                  <a:ext uri="{FF2B5EF4-FFF2-40B4-BE49-F238E27FC236}">
                    <a16:creationId xmlns:a16="http://schemas.microsoft.com/office/drawing/2014/main" id="{AA60C9BC-2493-C0FA-5D32-48202C98ACC8}"/>
                  </a:ext>
                </a:extLst>
              </p:cNvPr>
              <p:cNvSpPr/>
              <p:nvPr/>
            </p:nvSpPr>
            <p:spPr>
              <a:xfrm>
                <a:off x="3933722" y="1890795"/>
                <a:ext cx="178020" cy="178020"/>
              </a:xfrm>
              <a:custGeom>
                <a:avLst/>
                <a:gdLst/>
                <a:ahLst/>
                <a:cxnLst/>
                <a:rect l="l" t="t" r="r" b="b"/>
                <a:pathLst>
                  <a:path w="2307" h="2307" extrusionOk="0">
                    <a:moveTo>
                      <a:pt x="1154" y="0"/>
                    </a:moveTo>
                    <a:cubicBezTo>
                      <a:pt x="511" y="0"/>
                      <a:pt x="1" y="511"/>
                      <a:pt x="1" y="1153"/>
                    </a:cubicBezTo>
                    <a:cubicBezTo>
                      <a:pt x="1" y="1786"/>
                      <a:pt x="511" y="2306"/>
                      <a:pt x="1154" y="2306"/>
                    </a:cubicBezTo>
                    <a:cubicBezTo>
                      <a:pt x="1787" y="2306"/>
                      <a:pt x="2307" y="1786"/>
                      <a:pt x="2307" y="1153"/>
                    </a:cubicBezTo>
                    <a:cubicBezTo>
                      <a:pt x="2307" y="511"/>
                      <a:pt x="1787" y="0"/>
                      <a:pt x="11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" name="Google Shape;958;p35">
              <a:extLst>
                <a:ext uri="{FF2B5EF4-FFF2-40B4-BE49-F238E27FC236}">
                  <a16:creationId xmlns:a16="http://schemas.microsoft.com/office/drawing/2014/main" id="{C1945668-FDAB-5152-19EC-344056C0C419}"/>
                </a:ext>
              </a:extLst>
            </p:cNvPr>
            <p:cNvGrpSpPr/>
            <p:nvPr/>
          </p:nvGrpSpPr>
          <p:grpSpPr>
            <a:xfrm>
              <a:off x="916040" y="2086394"/>
              <a:ext cx="1135187" cy="1070659"/>
              <a:chOff x="283800" y="1696800"/>
              <a:chExt cx="1158000" cy="1092175"/>
            </a:xfrm>
          </p:grpSpPr>
          <p:sp>
            <p:nvSpPr>
              <p:cNvPr id="10" name="Google Shape;959;p35">
                <a:extLst>
                  <a:ext uri="{FF2B5EF4-FFF2-40B4-BE49-F238E27FC236}">
                    <a16:creationId xmlns:a16="http://schemas.microsoft.com/office/drawing/2014/main" id="{39F3455F-FC8E-28B9-7EE3-A451599FED11}"/>
                  </a:ext>
                </a:extLst>
              </p:cNvPr>
              <p:cNvSpPr/>
              <p:nvPr/>
            </p:nvSpPr>
            <p:spPr>
              <a:xfrm>
                <a:off x="283800" y="1799275"/>
                <a:ext cx="1158000" cy="989700"/>
              </a:xfrm>
              <a:prstGeom prst="rect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960;p35">
                <a:extLst>
                  <a:ext uri="{FF2B5EF4-FFF2-40B4-BE49-F238E27FC236}">
                    <a16:creationId xmlns:a16="http://schemas.microsoft.com/office/drawing/2014/main" id="{3786FA9C-BE63-E14C-1667-2751B4E23BD1}"/>
                  </a:ext>
                </a:extLst>
              </p:cNvPr>
              <p:cNvSpPr/>
              <p:nvPr/>
            </p:nvSpPr>
            <p:spPr>
              <a:xfrm>
                <a:off x="424775" y="1696800"/>
                <a:ext cx="46200" cy="158700"/>
              </a:xfrm>
              <a:prstGeom prst="roundRect">
                <a:avLst>
                  <a:gd name="adj" fmla="val 16667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961;p35">
                <a:extLst>
                  <a:ext uri="{FF2B5EF4-FFF2-40B4-BE49-F238E27FC236}">
                    <a16:creationId xmlns:a16="http://schemas.microsoft.com/office/drawing/2014/main" id="{E24AF8E2-9043-B642-4061-C6EE7F9D8985}"/>
                  </a:ext>
                </a:extLst>
              </p:cNvPr>
              <p:cNvSpPr/>
              <p:nvPr/>
            </p:nvSpPr>
            <p:spPr>
              <a:xfrm>
                <a:off x="1254627" y="1696800"/>
                <a:ext cx="46200" cy="158700"/>
              </a:xfrm>
              <a:prstGeom prst="roundRect">
                <a:avLst>
                  <a:gd name="adj" fmla="val 16667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62;p35">
                <a:extLst>
                  <a:ext uri="{FF2B5EF4-FFF2-40B4-BE49-F238E27FC236}">
                    <a16:creationId xmlns:a16="http://schemas.microsoft.com/office/drawing/2014/main" id="{7F49181E-39D1-8220-F518-D226B1A585B0}"/>
                  </a:ext>
                </a:extLst>
              </p:cNvPr>
              <p:cNvSpPr/>
              <p:nvPr/>
            </p:nvSpPr>
            <p:spPr>
              <a:xfrm>
                <a:off x="1101901" y="1937513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63;p35">
                <a:extLst>
                  <a:ext uri="{FF2B5EF4-FFF2-40B4-BE49-F238E27FC236}">
                    <a16:creationId xmlns:a16="http://schemas.microsoft.com/office/drawing/2014/main" id="{20ADA097-6546-B40B-4211-6F496DE894B6}"/>
                  </a:ext>
                </a:extLst>
              </p:cNvPr>
              <p:cNvSpPr/>
              <p:nvPr/>
            </p:nvSpPr>
            <p:spPr>
              <a:xfrm>
                <a:off x="1255353" y="1937513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64;p35">
                <a:extLst>
                  <a:ext uri="{FF2B5EF4-FFF2-40B4-BE49-F238E27FC236}">
                    <a16:creationId xmlns:a16="http://schemas.microsoft.com/office/drawing/2014/main" id="{78917418-741E-AD73-5A34-F0899399E0DF}"/>
                  </a:ext>
                </a:extLst>
              </p:cNvPr>
              <p:cNvSpPr/>
              <p:nvPr/>
            </p:nvSpPr>
            <p:spPr>
              <a:xfrm>
                <a:off x="334638" y="2107138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65;p35">
                <a:extLst>
                  <a:ext uri="{FF2B5EF4-FFF2-40B4-BE49-F238E27FC236}">
                    <a16:creationId xmlns:a16="http://schemas.microsoft.com/office/drawing/2014/main" id="{9657A637-37ED-A720-4BCD-984DBB3F931A}"/>
                  </a:ext>
                </a:extLst>
              </p:cNvPr>
              <p:cNvSpPr/>
              <p:nvPr/>
            </p:nvSpPr>
            <p:spPr>
              <a:xfrm>
                <a:off x="488090" y="2107138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66;p35">
                <a:extLst>
                  <a:ext uri="{FF2B5EF4-FFF2-40B4-BE49-F238E27FC236}">
                    <a16:creationId xmlns:a16="http://schemas.microsoft.com/office/drawing/2014/main" id="{57538DD2-EDB5-2D98-719F-F9228BFB799B}"/>
                  </a:ext>
                </a:extLst>
              </p:cNvPr>
              <p:cNvSpPr/>
              <p:nvPr/>
            </p:nvSpPr>
            <p:spPr>
              <a:xfrm>
                <a:off x="641543" y="2107138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67;p35">
                <a:extLst>
                  <a:ext uri="{FF2B5EF4-FFF2-40B4-BE49-F238E27FC236}">
                    <a16:creationId xmlns:a16="http://schemas.microsoft.com/office/drawing/2014/main" id="{A2FB40E6-C5E8-8691-3FA2-292558956B8A}"/>
                  </a:ext>
                </a:extLst>
              </p:cNvPr>
              <p:cNvSpPr/>
              <p:nvPr/>
            </p:nvSpPr>
            <p:spPr>
              <a:xfrm>
                <a:off x="794995" y="2107138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68;p35">
                <a:extLst>
                  <a:ext uri="{FF2B5EF4-FFF2-40B4-BE49-F238E27FC236}">
                    <a16:creationId xmlns:a16="http://schemas.microsoft.com/office/drawing/2014/main" id="{2A17B7B1-D241-4D7F-0C37-CAE1D5D7F009}"/>
                  </a:ext>
                </a:extLst>
              </p:cNvPr>
              <p:cNvSpPr/>
              <p:nvPr/>
            </p:nvSpPr>
            <p:spPr>
              <a:xfrm>
                <a:off x="948448" y="2107138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69;p35">
                <a:extLst>
                  <a:ext uri="{FF2B5EF4-FFF2-40B4-BE49-F238E27FC236}">
                    <a16:creationId xmlns:a16="http://schemas.microsoft.com/office/drawing/2014/main" id="{F7450B91-AC0E-69D1-C90A-2EE82A4AFCA1}"/>
                  </a:ext>
                </a:extLst>
              </p:cNvPr>
              <p:cNvSpPr/>
              <p:nvPr/>
            </p:nvSpPr>
            <p:spPr>
              <a:xfrm>
                <a:off x="1101901" y="2107138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70;p35">
                <a:extLst>
                  <a:ext uri="{FF2B5EF4-FFF2-40B4-BE49-F238E27FC236}">
                    <a16:creationId xmlns:a16="http://schemas.microsoft.com/office/drawing/2014/main" id="{EDFF7454-6091-9D8B-2F32-5432041F832F}"/>
                  </a:ext>
                </a:extLst>
              </p:cNvPr>
              <p:cNvSpPr/>
              <p:nvPr/>
            </p:nvSpPr>
            <p:spPr>
              <a:xfrm>
                <a:off x="1255353" y="2107138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71;p35">
                <a:extLst>
                  <a:ext uri="{FF2B5EF4-FFF2-40B4-BE49-F238E27FC236}">
                    <a16:creationId xmlns:a16="http://schemas.microsoft.com/office/drawing/2014/main" id="{8C0B5C00-4FAE-54DC-C305-0FA83A2EE1EE}"/>
                  </a:ext>
                </a:extLst>
              </p:cNvPr>
              <p:cNvSpPr/>
              <p:nvPr/>
            </p:nvSpPr>
            <p:spPr>
              <a:xfrm>
                <a:off x="334638" y="2273163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72;p35">
                <a:extLst>
                  <a:ext uri="{FF2B5EF4-FFF2-40B4-BE49-F238E27FC236}">
                    <a16:creationId xmlns:a16="http://schemas.microsoft.com/office/drawing/2014/main" id="{DE657905-3E10-B59B-B86D-A22CF05A5A57}"/>
                  </a:ext>
                </a:extLst>
              </p:cNvPr>
              <p:cNvSpPr/>
              <p:nvPr/>
            </p:nvSpPr>
            <p:spPr>
              <a:xfrm>
                <a:off x="488090" y="2273163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73;p35">
                <a:extLst>
                  <a:ext uri="{FF2B5EF4-FFF2-40B4-BE49-F238E27FC236}">
                    <a16:creationId xmlns:a16="http://schemas.microsoft.com/office/drawing/2014/main" id="{4E3535D5-554B-765E-6BC8-343ACDD88F52}"/>
                  </a:ext>
                </a:extLst>
              </p:cNvPr>
              <p:cNvSpPr/>
              <p:nvPr/>
            </p:nvSpPr>
            <p:spPr>
              <a:xfrm>
                <a:off x="641543" y="2273163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74;p35">
                <a:extLst>
                  <a:ext uri="{FF2B5EF4-FFF2-40B4-BE49-F238E27FC236}">
                    <a16:creationId xmlns:a16="http://schemas.microsoft.com/office/drawing/2014/main" id="{D8023A8F-12C6-7877-28BF-91B25BED8210}"/>
                  </a:ext>
                </a:extLst>
              </p:cNvPr>
              <p:cNvSpPr/>
              <p:nvPr/>
            </p:nvSpPr>
            <p:spPr>
              <a:xfrm>
                <a:off x="794995" y="2273163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75;p35">
                <a:extLst>
                  <a:ext uri="{FF2B5EF4-FFF2-40B4-BE49-F238E27FC236}">
                    <a16:creationId xmlns:a16="http://schemas.microsoft.com/office/drawing/2014/main" id="{ED78166C-ECF2-B434-E13A-095212C18466}"/>
                  </a:ext>
                </a:extLst>
              </p:cNvPr>
              <p:cNvSpPr/>
              <p:nvPr/>
            </p:nvSpPr>
            <p:spPr>
              <a:xfrm>
                <a:off x="948448" y="2273163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76;p35">
                <a:extLst>
                  <a:ext uri="{FF2B5EF4-FFF2-40B4-BE49-F238E27FC236}">
                    <a16:creationId xmlns:a16="http://schemas.microsoft.com/office/drawing/2014/main" id="{FCCD6F24-3015-BE6D-2A78-98E8E76EAB72}"/>
                  </a:ext>
                </a:extLst>
              </p:cNvPr>
              <p:cNvSpPr/>
              <p:nvPr/>
            </p:nvSpPr>
            <p:spPr>
              <a:xfrm>
                <a:off x="1101901" y="2273163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77;p35">
                <a:extLst>
                  <a:ext uri="{FF2B5EF4-FFF2-40B4-BE49-F238E27FC236}">
                    <a16:creationId xmlns:a16="http://schemas.microsoft.com/office/drawing/2014/main" id="{3E49EAB9-A8B0-6F5F-534B-0A013481F2E5}"/>
                  </a:ext>
                </a:extLst>
              </p:cNvPr>
              <p:cNvSpPr/>
              <p:nvPr/>
            </p:nvSpPr>
            <p:spPr>
              <a:xfrm>
                <a:off x="1255353" y="2273163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78;p35">
                <a:extLst>
                  <a:ext uri="{FF2B5EF4-FFF2-40B4-BE49-F238E27FC236}">
                    <a16:creationId xmlns:a16="http://schemas.microsoft.com/office/drawing/2014/main" id="{3974419B-607C-6E9C-3A48-975D521A492D}"/>
                  </a:ext>
                </a:extLst>
              </p:cNvPr>
              <p:cNvSpPr/>
              <p:nvPr/>
            </p:nvSpPr>
            <p:spPr>
              <a:xfrm>
                <a:off x="334638" y="243920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79;p35">
                <a:extLst>
                  <a:ext uri="{FF2B5EF4-FFF2-40B4-BE49-F238E27FC236}">
                    <a16:creationId xmlns:a16="http://schemas.microsoft.com/office/drawing/2014/main" id="{22B1208A-A1AA-B334-F92D-50CCC83023D5}"/>
                  </a:ext>
                </a:extLst>
              </p:cNvPr>
              <p:cNvSpPr/>
              <p:nvPr/>
            </p:nvSpPr>
            <p:spPr>
              <a:xfrm>
                <a:off x="488090" y="243920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80;p35">
                <a:extLst>
                  <a:ext uri="{FF2B5EF4-FFF2-40B4-BE49-F238E27FC236}">
                    <a16:creationId xmlns:a16="http://schemas.microsoft.com/office/drawing/2014/main" id="{7371C6E2-57AA-2AA3-AD48-72CF23D40A87}"/>
                  </a:ext>
                </a:extLst>
              </p:cNvPr>
              <p:cNvSpPr/>
              <p:nvPr/>
            </p:nvSpPr>
            <p:spPr>
              <a:xfrm>
                <a:off x="641543" y="243920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81;p35">
                <a:extLst>
                  <a:ext uri="{FF2B5EF4-FFF2-40B4-BE49-F238E27FC236}">
                    <a16:creationId xmlns:a16="http://schemas.microsoft.com/office/drawing/2014/main" id="{694D1125-11D4-5943-D6E8-D181DC333313}"/>
                  </a:ext>
                </a:extLst>
              </p:cNvPr>
              <p:cNvSpPr/>
              <p:nvPr/>
            </p:nvSpPr>
            <p:spPr>
              <a:xfrm>
                <a:off x="794995" y="243920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82;p35">
                <a:extLst>
                  <a:ext uri="{FF2B5EF4-FFF2-40B4-BE49-F238E27FC236}">
                    <a16:creationId xmlns:a16="http://schemas.microsoft.com/office/drawing/2014/main" id="{05E3D35F-88C7-7EAF-650A-C6D3851DA08A}"/>
                  </a:ext>
                </a:extLst>
              </p:cNvPr>
              <p:cNvSpPr/>
              <p:nvPr/>
            </p:nvSpPr>
            <p:spPr>
              <a:xfrm>
                <a:off x="948448" y="243920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83;p35">
                <a:extLst>
                  <a:ext uri="{FF2B5EF4-FFF2-40B4-BE49-F238E27FC236}">
                    <a16:creationId xmlns:a16="http://schemas.microsoft.com/office/drawing/2014/main" id="{5309E4E1-6F12-0F18-D92D-03663F9401EA}"/>
                  </a:ext>
                </a:extLst>
              </p:cNvPr>
              <p:cNvSpPr/>
              <p:nvPr/>
            </p:nvSpPr>
            <p:spPr>
              <a:xfrm>
                <a:off x="1101901" y="243920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84;p35">
                <a:extLst>
                  <a:ext uri="{FF2B5EF4-FFF2-40B4-BE49-F238E27FC236}">
                    <a16:creationId xmlns:a16="http://schemas.microsoft.com/office/drawing/2014/main" id="{BCBF3AD1-7514-CEB8-3837-7AA7C8485928}"/>
                  </a:ext>
                </a:extLst>
              </p:cNvPr>
              <p:cNvSpPr/>
              <p:nvPr/>
            </p:nvSpPr>
            <p:spPr>
              <a:xfrm>
                <a:off x="1255353" y="243920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85;p35">
                <a:extLst>
                  <a:ext uri="{FF2B5EF4-FFF2-40B4-BE49-F238E27FC236}">
                    <a16:creationId xmlns:a16="http://schemas.microsoft.com/office/drawing/2014/main" id="{C11FA971-C50B-BFA6-E6AF-28C20183A5F0}"/>
                  </a:ext>
                </a:extLst>
              </p:cNvPr>
              <p:cNvSpPr/>
              <p:nvPr/>
            </p:nvSpPr>
            <p:spPr>
              <a:xfrm>
                <a:off x="334638" y="260165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86;p35">
                <a:extLst>
                  <a:ext uri="{FF2B5EF4-FFF2-40B4-BE49-F238E27FC236}">
                    <a16:creationId xmlns:a16="http://schemas.microsoft.com/office/drawing/2014/main" id="{5C6F2D4B-C4B5-39FE-CFCC-2B0954668380}"/>
                  </a:ext>
                </a:extLst>
              </p:cNvPr>
              <p:cNvSpPr/>
              <p:nvPr/>
            </p:nvSpPr>
            <p:spPr>
              <a:xfrm>
                <a:off x="488090" y="260165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87;p35">
                <a:extLst>
                  <a:ext uri="{FF2B5EF4-FFF2-40B4-BE49-F238E27FC236}">
                    <a16:creationId xmlns:a16="http://schemas.microsoft.com/office/drawing/2014/main" id="{DA4261E0-1CC0-143F-201C-2E4BCA40C6DF}"/>
                  </a:ext>
                </a:extLst>
              </p:cNvPr>
              <p:cNvSpPr/>
              <p:nvPr/>
            </p:nvSpPr>
            <p:spPr>
              <a:xfrm>
                <a:off x="641543" y="260165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88;p35">
                <a:extLst>
                  <a:ext uri="{FF2B5EF4-FFF2-40B4-BE49-F238E27FC236}">
                    <a16:creationId xmlns:a16="http://schemas.microsoft.com/office/drawing/2014/main" id="{46647B3A-26A8-2F8A-A6A5-001FAF4F6EDA}"/>
                  </a:ext>
                </a:extLst>
              </p:cNvPr>
              <p:cNvSpPr/>
              <p:nvPr/>
            </p:nvSpPr>
            <p:spPr>
              <a:xfrm>
                <a:off x="794995" y="260165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89;p35">
                <a:extLst>
                  <a:ext uri="{FF2B5EF4-FFF2-40B4-BE49-F238E27FC236}">
                    <a16:creationId xmlns:a16="http://schemas.microsoft.com/office/drawing/2014/main" id="{9E943953-78CD-5177-2335-5B4B3CE0560B}"/>
                  </a:ext>
                </a:extLst>
              </p:cNvPr>
              <p:cNvSpPr/>
              <p:nvPr/>
            </p:nvSpPr>
            <p:spPr>
              <a:xfrm rot="-8100000">
                <a:off x="1143617" y="1955656"/>
                <a:ext cx="52184" cy="71276"/>
              </a:xfrm>
              <a:prstGeom prst="halfFrame">
                <a:avLst>
                  <a:gd name="adj1" fmla="val 0"/>
                  <a:gd name="adj2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90;p35">
                <a:extLst>
                  <a:ext uri="{FF2B5EF4-FFF2-40B4-BE49-F238E27FC236}">
                    <a16:creationId xmlns:a16="http://schemas.microsoft.com/office/drawing/2014/main" id="{277F613D-5E39-1092-BB91-EE81AA664C2C}"/>
                  </a:ext>
                </a:extLst>
              </p:cNvPr>
              <p:cNvSpPr/>
              <p:nvPr/>
            </p:nvSpPr>
            <p:spPr>
              <a:xfrm rot="-8100000">
                <a:off x="1297067" y="1955656"/>
                <a:ext cx="52184" cy="71276"/>
              </a:xfrm>
              <a:prstGeom prst="halfFrame">
                <a:avLst>
                  <a:gd name="adj1" fmla="val 0"/>
                  <a:gd name="adj2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91;p35">
                <a:extLst>
                  <a:ext uri="{FF2B5EF4-FFF2-40B4-BE49-F238E27FC236}">
                    <a16:creationId xmlns:a16="http://schemas.microsoft.com/office/drawing/2014/main" id="{912C4D18-9CBA-4297-340E-0F720F54247B}"/>
                  </a:ext>
                </a:extLst>
              </p:cNvPr>
              <p:cNvSpPr/>
              <p:nvPr/>
            </p:nvSpPr>
            <p:spPr>
              <a:xfrm rot="-8100000">
                <a:off x="1143617" y="2120502"/>
                <a:ext cx="52184" cy="71276"/>
              </a:xfrm>
              <a:prstGeom prst="halfFrame">
                <a:avLst>
                  <a:gd name="adj1" fmla="val 0"/>
                  <a:gd name="adj2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92;p35">
                <a:extLst>
                  <a:ext uri="{FF2B5EF4-FFF2-40B4-BE49-F238E27FC236}">
                    <a16:creationId xmlns:a16="http://schemas.microsoft.com/office/drawing/2014/main" id="{BAE157FB-1389-93FC-C209-F590742036CC}"/>
                  </a:ext>
                </a:extLst>
              </p:cNvPr>
              <p:cNvSpPr/>
              <p:nvPr/>
            </p:nvSpPr>
            <p:spPr>
              <a:xfrm rot="-8100000">
                <a:off x="1297067" y="2120502"/>
                <a:ext cx="52184" cy="71276"/>
              </a:xfrm>
              <a:prstGeom prst="halfFrame">
                <a:avLst>
                  <a:gd name="adj1" fmla="val 0"/>
                  <a:gd name="adj2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93;p35">
                <a:extLst>
                  <a:ext uri="{FF2B5EF4-FFF2-40B4-BE49-F238E27FC236}">
                    <a16:creationId xmlns:a16="http://schemas.microsoft.com/office/drawing/2014/main" id="{4F3193B0-BF0A-294A-8B25-BAC4CF0A38F6}"/>
                  </a:ext>
                </a:extLst>
              </p:cNvPr>
              <p:cNvSpPr/>
              <p:nvPr/>
            </p:nvSpPr>
            <p:spPr>
              <a:xfrm rot="-8100000">
                <a:off x="836717" y="2120502"/>
                <a:ext cx="52184" cy="71276"/>
              </a:xfrm>
              <a:prstGeom prst="halfFrame">
                <a:avLst>
                  <a:gd name="adj1" fmla="val 0"/>
                  <a:gd name="adj2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94;p35">
                <a:extLst>
                  <a:ext uri="{FF2B5EF4-FFF2-40B4-BE49-F238E27FC236}">
                    <a16:creationId xmlns:a16="http://schemas.microsoft.com/office/drawing/2014/main" id="{DA65B69E-4ECB-1B0C-E69A-B02D858B6D4D}"/>
                  </a:ext>
                </a:extLst>
              </p:cNvPr>
              <p:cNvSpPr/>
              <p:nvPr/>
            </p:nvSpPr>
            <p:spPr>
              <a:xfrm rot="-8100000">
                <a:off x="990167" y="2120502"/>
                <a:ext cx="52184" cy="71276"/>
              </a:xfrm>
              <a:prstGeom prst="halfFrame">
                <a:avLst>
                  <a:gd name="adj1" fmla="val 0"/>
                  <a:gd name="adj2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95;p35">
                <a:extLst>
                  <a:ext uri="{FF2B5EF4-FFF2-40B4-BE49-F238E27FC236}">
                    <a16:creationId xmlns:a16="http://schemas.microsoft.com/office/drawing/2014/main" id="{5CB8077A-FBEA-C7A9-5691-3E8F699C5DFA}"/>
                  </a:ext>
                </a:extLst>
              </p:cNvPr>
              <p:cNvSpPr/>
              <p:nvPr/>
            </p:nvSpPr>
            <p:spPr>
              <a:xfrm rot="-8100000">
                <a:off x="529817" y="2120502"/>
                <a:ext cx="52184" cy="71276"/>
              </a:xfrm>
              <a:prstGeom prst="halfFrame">
                <a:avLst>
                  <a:gd name="adj1" fmla="val 0"/>
                  <a:gd name="adj2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96;p35">
                <a:extLst>
                  <a:ext uri="{FF2B5EF4-FFF2-40B4-BE49-F238E27FC236}">
                    <a16:creationId xmlns:a16="http://schemas.microsoft.com/office/drawing/2014/main" id="{2D67D126-FB1F-0D3B-7DB6-9836E6CC0C7B}"/>
                  </a:ext>
                </a:extLst>
              </p:cNvPr>
              <p:cNvSpPr/>
              <p:nvPr/>
            </p:nvSpPr>
            <p:spPr>
              <a:xfrm rot="-8100000">
                <a:off x="683267" y="2120502"/>
                <a:ext cx="52184" cy="71276"/>
              </a:xfrm>
              <a:prstGeom prst="halfFrame">
                <a:avLst>
                  <a:gd name="adj1" fmla="val 0"/>
                  <a:gd name="adj2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97;p35">
                <a:extLst>
                  <a:ext uri="{FF2B5EF4-FFF2-40B4-BE49-F238E27FC236}">
                    <a16:creationId xmlns:a16="http://schemas.microsoft.com/office/drawing/2014/main" id="{0A9132B9-E2DB-A6C0-66DE-1061514955DA}"/>
                  </a:ext>
                </a:extLst>
              </p:cNvPr>
              <p:cNvSpPr/>
              <p:nvPr/>
            </p:nvSpPr>
            <p:spPr>
              <a:xfrm rot="-8100000">
                <a:off x="376367" y="2120502"/>
                <a:ext cx="52184" cy="71276"/>
              </a:xfrm>
              <a:prstGeom prst="halfFrame">
                <a:avLst>
                  <a:gd name="adj1" fmla="val 0"/>
                  <a:gd name="adj2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87" name="TextBox 586">
            <a:extLst>
              <a:ext uri="{FF2B5EF4-FFF2-40B4-BE49-F238E27FC236}">
                <a16:creationId xmlns:a16="http://schemas.microsoft.com/office/drawing/2014/main" id="{232DF9DA-F7BA-6839-DB38-4DD5780AB697}"/>
              </a:ext>
            </a:extLst>
          </p:cNvPr>
          <p:cNvSpPr txBox="1"/>
          <p:nvPr/>
        </p:nvSpPr>
        <p:spPr>
          <a:xfrm>
            <a:off x="154546" y="4499020"/>
            <a:ext cx="20377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프리젠테이션 6 SemiBold" pitchFamily="2" charset="-127"/>
                <a:ea typeface="프리젠테이션 6 SemiBold" pitchFamily="2" charset="-127"/>
              </a:rPr>
              <a:t>발표자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: </a:t>
            </a:r>
            <a:r>
              <a:rPr lang="ko-KR" altLang="en-US" dirty="0" err="1">
                <a:latin typeface="프리젠테이션 6 SemiBold" pitchFamily="2" charset="-127"/>
                <a:ea typeface="프리젠테이션 6 SemiBold" pitchFamily="2" charset="-127"/>
              </a:rPr>
              <a:t>설효주</a:t>
            </a:r>
            <a:r>
              <a:rPr lang="en-US" altLang="ko-KR" dirty="0">
                <a:latin typeface="프리젠테이션 6 SemiBold" pitchFamily="2" charset="-127"/>
                <a:ea typeface="프리젠테이션 6 SemiBold" pitchFamily="2" charset="-127"/>
              </a:rPr>
              <a:t>(20233016)</a:t>
            </a:r>
            <a:endParaRPr lang="ko-KR" altLang="en-US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3140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8">
          <a:extLst>
            <a:ext uri="{FF2B5EF4-FFF2-40B4-BE49-F238E27FC236}">
              <a16:creationId xmlns:a16="http://schemas.microsoft.com/office/drawing/2014/main" id="{2C9A78D8-B5DD-3852-B412-23CFA42E5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43">
            <a:extLst>
              <a:ext uri="{FF2B5EF4-FFF2-40B4-BE49-F238E27FC236}">
                <a16:creationId xmlns:a16="http://schemas.microsoft.com/office/drawing/2014/main" id="{EEBAD03E-DB50-5A73-0480-32BF162F85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 err="1">
                <a:latin typeface="프리젠테이션 8 ExtraBold" pitchFamily="2" charset="-127"/>
                <a:ea typeface="프리젠테이션 8 ExtraBold" pitchFamily="2" charset="-127"/>
              </a:rPr>
              <a:t>간트</a:t>
            </a:r>
            <a:r>
              <a:rPr lang="ko-KR" altLang="en-US" sz="3000" dirty="0">
                <a:latin typeface="프리젠테이션 8 ExtraBold" pitchFamily="2" charset="-127"/>
                <a:ea typeface="프리젠테이션 8 ExtraBold" pitchFamily="2" charset="-127"/>
              </a:rPr>
              <a:t> 차트</a:t>
            </a:r>
            <a:endParaRPr sz="3000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1331" name="Google Shape;1331;p43">
            <a:extLst>
              <a:ext uri="{FF2B5EF4-FFF2-40B4-BE49-F238E27FC236}">
                <a16:creationId xmlns:a16="http://schemas.microsoft.com/office/drawing/2014/main" id="{6A0E5DF4-FDC5-D2C6-8B9C-E08AF3B1F31A}"/>
              </a:ext>
            </a:extLst>
          </p:cNvPr>
          <p:cNvGrpSpPr/>
          <p:nvPr/>
        </p:nvGrpSpPr>
        <p:grpSpPr>
          <a:xfrm>
            <a:off x="7397499" y="122869"/>
            <a:ext cx="853773" cy="416619"/>
            <a:chOff x="3235849" y="1696803"/>
            <a:chExt cx="1334646" cy="651273"/>
          </a:xfrm>
        </p:grpSpPr>
        <p:sp>
          <p:nvSpPr>
            <p:cNvPr id="1332" name="Google Shape;1332;p43">
              <a:extLst>
                <a:ext uri="{FF2B5EF4-FFF2-40B4-BE49-F238E27FC236}">
                  <a16:creationId xmlns:a16="http://schemas.microsoft.com/office/drawing/2014/main" id="{A63A430C-E0AB-0608-83F7-BD8B0B5A7A35}"/>
                </a:ext>
              </a:extLst>
            </p:cNvPr>
            <p:cNvSpPr/>
            <p:nvPr/>
          </p:nvSpPr>
          <p:spPr>
            <a:xfrm>
              <a:off x="3235849" y="1696803"/>
              <a:ext cx="1334646" cy="651273"/>
            </a:xfrm>
            <a:custGeom>
              <a:avLst/>
              <a:gdLst/>
              <a:ahLst/>
              <a:cxnLst/>
              <a:rect l="l" t="t" r="r" b="b"/>
              <a:pathLst>
                <a:path w="17296" h="8440" extrusionOk="0">
                  <a:moveTo>
                    <a:pt x="8648" y="0"/>
                  </a:moveTo>
                  <a:cubicBezTo>
                    <a:pt x="3875" y="0"/>
                    <a:pt x="0" y="4225"/>
                    <a:pt x="0" y="4225"/>
                  </a:cubicBezTo>
                  <a:cubicBezTo>
                    <a:pt x="0" y="4225"/>
                    <a:pt x="3875" y="8440"/>
                    <a:pt x="8648" y="8440"/>
                  </a:cubicBezTo>
                  <a:cubicBezTo>
                    <a:pt x="13430" y="8440"/>
                    <a:pt x="17295" y="4225"/>
                    <a:pt x="17295" y="4225"/>
                  </a:cubicBezTo>
                  <a:cubicBezTo>
                    <a:pt x="17295" y="4225"/>
                    <a:pt x="13430" y="0"/>
                    <a:pt x="864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43">
              <a:extLst>
                <a:ext uri="{FF2B5EF4-FFF2-40B4-BE49-F238E27FC236}">
                  <a16:creationId xmlns:a16="http://schemas.microsoft.com/office/drawing/2014/main" id="{80CC4DC2-30A2-40B4-9F85-76606C3C1B52}"/>
                </a:ext>
              </a:extLst>
            </p:cNvPr>
            <p:cNvSpPr/>
            <p:nvPr/>
          </p:nvSpPr>
          <p:spPr>
            <a:xfrm>
              <a:off x="3647134" y="1766097"/>
              <a:ext cx="512761" cy="512684"/>
            </a:xfrm>
            <a:custGeom>
              <a:avLst/>
              <a:gdLst/>
              <a:ahLst/>
              <a:cxnLst/>
              <a:rect l="l" t="t" r="r" b="b"/>
              <a:pathLst>
                <a:path w="6645" h="6644" extrusionOk="0">
                  <a:moveTo>
                    <a:pt x="3318" y="0"/>
                  </a:moveTo>
                  <a:cubicBezTo>
                    <a:pt x="1484" y="0"/>
                    <a:pt x="1" y="1493"/>
                    <a:pt x="1" y="3317"/>
                  </a:cubicBezTo>
                  <a:cubicBezTo>
                    <a:pt x="1" y="5151"/>
                    <a:pt x="1484" y="6644"/>
                    <a:pt x="3318" y="6644"/>
                  </a:cubicBezTo>
                  <a:cubicBezTo>
                    <a:pt x="5151" y="6644"/>
                    <a:pt x="6644" y="5151"/>
                    <a:pt x="6644" y="3317"/>
                  </a:cubicBezTo>
                  <a:cubicBezTo>
                    <a:pt x="6644" y="1493"/>
                    <a:pt x="5151" y="0"/>
                    <a:pt x="3318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43">
              <a:extLst>
                <a:ext uri="{FF2B5EF4-FFF2-40B4-BE49-F238E27FC236}">
                  <a16:creationId xmlns:a16="http://schemas.microsoft.com/office/drawing/2014/main" id="{FAB7C1AF-E2AF-9FAC-E092-455BF4D82033}"/>
                </a:ext>
              </a:extLst>
            </p:cNvPr>
            <p:cNvSpPr/>
            <p:nvPr/>
          </p:nvSpPr>
          <p:spPr>
            <a:xfrm>
              <a:off x="3798068" y="1917031"/>
              <a:ext cx="210892" cy="210815"/>
            </a:xfrm>
            <a:custGeom>
              <a:avLst/>
              <a:gdLst/>
              <a:ahLst/>
              <a:cxnLst/>
              <a:rect l="l" t="t" r="r" b="b"/>
              <a:pathLst>
                <a:path w="2733" h="2732" extrusionOk="0">
                  <a:moveTo>
                    <a:pt x="1362" y="0"/>
                  </a:moveTo>
                  <a:cubicBezTo>
                    <a:pt x="606" y="0"/>
                    <a:pt x="1" y="615"/>
                    <a:pt x="1" y="1361"/>
                  </a:cubicBezTo>
                  <a:cubicBezTo>
                    <a:pt x="1" y="2117"/>
                    <a:pt x="606" y="2732"/>
                    <a:pt x="1362" y="2732"/>
                  </a:cubicBezTo>
                  <a:cubicBezTo>
                    <a:pt x="2118" y="2732"/>
                    <a:pt x="2732" y="2117"/>
                    <a:pt x="2732" y="1361"/>
                  </a:cubicBezTo>
                  <a:cubicBezTo>
                    <a:pt x="2732" y="615"/>
                    <a:pt x="2118" y="0"/>
                    <a:pt x="13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43">
              <a:extLst>
                <a:ext uri="{FF2B5EF4-FFF2-40B4-BE49-F238E27FC236}">
                  <a16:creationId xmlns:a16="http://schemas.microsoft.com/office/drawing/2014/main" id="{5F43A87C-6A5B-9A54-4F1B-5755680DF2F2}"/>
                </a:ext>
              </a:extLst>
            </p:cNvPr>
            <p:cNvSpPr/>
            <p:nvPr/>
          </p:nvSpPr>
          <p:spPr>
            <a:xfrm>
              <a:off x="3933722" y="1890795"/>
              <a:ext cx="178020" cy="178020"/>
            </a:xfrm>
            <a:custGeom>
              <a:avLst/>
              <a:gdLst/>
              <a:ahLst/>
              <a:cxnLst/>
              <a:rect l="l" t="t" r="r" b="b"/>
              <a:pathLst>
                <a:path w="2307" h="2307" extrusionOk="0">
                  <a:moveTo>
                    <a:pt x="1154" y="0"/>
                  </a:moveTo>
                  <a:cubicBezTo>
                    <a:pt x="511" y="0"/>
                    <a:pt x="1" y="511"/>
                    <a:pt x="1" y="1153"/>
                  </a:cubicBezTo>
                  <a:cubicBezTo>
                    <a:pt x="1" y="1786"/>
                    <a:pt x="511" y="2306"/>
                    <a:pt x="1154" y="2306"/>
                  </a:cubicBezTo>
                  <a:cubicBezTo>
                    <a:pt x="1787" y="2306"/>
                    <a:pt x="2307" y="1786"/>
                    <a:pt x="2307" y="1153"/>
                  </a:cubicBezTo>
                  <a:cubicBezTo>
                    <a:pt x="2307" y="511"/>
                    <a:pt x="1787" y="0"/>
                    <a:pt x="115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C215C483-5BE6-8D57-BD79-4D0B6F4A2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26" y="1260213"/>
            <a:ext cx="8165548" cy="367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9155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78CC02BF-CC42-9B87-40B1-C05288AB7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0">
            <a:extLst>
              <a:ext uri="{FF2B5EF4-FFF2-40B4-BE49-F238E27FC236}">
                <a16:creationId xmlns:a16="http://schemas.microsoft.com/office/drawing/2014/main" id="{8412C902-6EBE-EBA4-4164-F172DA7EF5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5" y="2600850"/>
            <a:ext cx="3473400" cy="7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프리젠테이션 7 Bold" pitchFamily="2" charset="-127"/>
                <a:ea typeface="프리젠테이션 7 Bold" pitchFamily="2" charset="-127"/>
              </a:rPr>
              <a:t>완성도 평가</a:t>
            </a:r>
            <a:endParaRPr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603" name="Google Shape;603;p30">
            <a:extLst>
              <a:ext uri="{FF2B5EF4-FFF2-40B4-BE49-F238E27FC236}">
                <a16:creationId xmlns:a16="http://schemas.microsoft.com/office/drawing/2014/main" id="{B0662121-D472-939B-F6C4-6C19EA6409F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101075" y="1759050"/>
            <a:ext cx="1094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프리젠테이션 7 Bold" pitchFamily="2" charset="-127"/>
                <a:ea typeface="프리젠테이션 7 Bold" pitchFamily="2" charset="-127"/>
              </a:rPr>
              <a:t>06</a:t>
            </a:r>
            <a:endParaRPr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grpSp>
        <p:nvGrpSpPr>
          <p:cNvPr id="2" name="Google Shape;925;p35">
            <a:extLst>
              <a:ext uri="{FF2B5EF4-FFF2-40B4-BE49-F238E27FC236}">
                <a16:creationId xmlns:a16="http://schemas.microsoft.com/office/drawing/2014/main" id="{BC774B1C-65F7-2D11-39AA-5449142568EB}"/>
              </a:ext>
            </a:extLst>
          </p:cNvPr>
          <p:cNvGrpSpPr/>
          <p:nvPr/>
        </p:nvGrpSpPr>
        <p:grpSpPr>
          <a:xfrm>
            <a:off x="4859628" y="622479"/>
            <a:ext cx="3823472" cy="3451538"/>
            <a:chOff x="916040" y="1128650"/>
            <a:chExt cx="3440410" cy="2896048"/>
          </a:xfrm>
        </p:grpSpPr>
        <p:sp>
          <p:nvSpPr>
            <p:cNvPr id="3" name="Google Shape;926;p35">
              <a:extLst>
                <a:ext uri="{FF2B5EF4-FFF2-40B4-BE49-F238E27FC236}">
                  <a16:creationId xmlns:a16="http://schemas.microsoft.com/office/drawing/2014/main" id="{15B4A92B-C966-F7ED-A4D8-6904690BAFA5}"/>
                </a:ext>
              </a:extLst>
            </p:cNvPr>
            <p:cNvSpPr/>
            <p:nvPr/>
          </p:nvSpPr>
          <p:spPr>
            <a:xfrm>
              <a:off x="1306074" y="2645613"/>
              <a:ext cx="675770" cy="789280"/>
            </a:xfrm>
            <a:custGeom>
              <a:avLst/>
              <a:gdLst/>
              <a:ahLst/>
              <a:cxnLst/>
              <a:rect l="l" t="t" r="r" b="b"/>
              <a:pathLst>
                <a:path w="20972" h="10434" fill="none" extrusionOk="0">
                  <a:moveTo>
                    <a:pt x="0" y="0"/>
                  </a:moveTo>
                  <a:lnTo>
                    <a:pt x="0" y="10434"/>
                  </a:lnTo>
                  <a:lnTo>
                    <a:pt x="20971" y="1043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927;p35">
              <a:extLst>
                <a:ext uri="{FF2B5EF4-FFF2-40B4-BE49-F238E27FC236}">
                  <a16:creationId xmlns:a16="http://schemas.microsoft.com/office/drawing/2014/main" id="{5DE97B27-D1F0-2343-9154-49B416A123D1}"/>
                </a:ext>
              </a:extLst>
            </p:cNvPr>
            <p:cNvSpPr/>
            <p:nvPr/>
          </p:nvSpPr>
          <p:spPr>
            <a:xfrm>
              <a:off x="2479709" y="1195140"/>
              <a:ext cx="1212592" cy="734967"/>
            </a:xfrm>
            <a:custGeom>
              <a:avLst/>
              <a:gdLst/>
              <a:ahLst/>
              <a:cxnLst/>
              <a:rect l="l" t="t" r="r" b="b"/>
              <a:pathLst>
                <a:path w="23760" h="9716" fill="none" extrusionOk="0">
                  <a:moveTo>
                    <a:pt x="0" y="5132"/>
                  </a:moveTo>
                  <a:lnTo>
                    <a:pt x="0" y="0"/>
                  </a:lnTo>
                  <a:lnTo>
                    <a:pt x="23759" y="0"/>
                  </a:lnTo>
                  <a:lnTo>
                    <a:pt x="23759" y="971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" name="Google Shape;928;p35">
              <a:extLst>
                <a:ext uri="{FF2B5EF4-FFF2-40B4-BE49-F238E27FC236}">
                  <a16:creationId xmlns:a16="http://schemas.microsoft.com/office/drawing/2014/main" id="{3C21E1B3-7384-9DDC-7B77-2D551DD5BD7E}"/>
                </a:ext>
              </a:extLst>
            </p:cNvPr>
            <p:cNvGrpSpPr/>
            <p:nvPr/>
          </p:nvGrpSpPr>
          <p:grpSpPr>
            <a:xfrm>
              <a:off x="1806583" y="1548250"/>
              <a:ext cx="1374848" cy="2476449"/>
              <a:chOff x="1806583" y="1548250"/>
              <a:chExt cx="1374848" cy="2476449"/>
            </a:xfrm>
          </p:grpSpPr>
          <p:sp>
            <p:nvSpPr>
              <p:cNvPr id="53" name="Google Shape;929;p35">
                <a:extLst>
                  <a:ext uri="{FF2B5EF4-FFF2-40B4-BE49-F238E27FC236}">
                    <a16:creationId xmlns:a16="http://schemas.microsoft.com/office/drawing/2014/main" id="{8EECDB4F-A191-1808-A0FD-F8F084EB056F}"/>
                  </a:ext>
                </a:extLst>
              </p:cNvPr>
              <p:cNvSpPr/>
              <p:nvPr/>
            </p:nvSpPr>
            <p:spPr>
              <a:xfrm>
                <a:off x="1806583" y="1548250"/>
                <a:ext cx="1374167" cy="2468599"/>
              </a:xfrm>
              <a:custGeom>
                <a:avLst/>
                <a:gdLst/>
                <a:ahLst/>
                <a:cxnLst/>
                <a:rect l="l" t="t" r="r" b="b"/>
                <a:pathLst>
                  <a:path w="18166" h="32634" extrusionOk="0">
                    <a:moveTo>
                      <a:pt x="1182" y="1"/>
                    </a:moveTo>
                    <a:cubicBezTo>
                      <a:pt x="530" y="1"/>
                      <a:pt x="1" y="521"/>
                      <a:pt x="1" y="1173"/>
                    </a:cubicBezTo>
                    <a:lnTo>
                      <a:pt x="1" y="31452"/>
                    </a:lnTo>
                    <a:cubicBezTo>
                      <a:pt x="1" y="32104"/>
                      <a:pt x="530" y="32634"/>
                      <a:pt x="1182" y="32634"/>
                    </a:cubicBezTo>
                    <a:lnTo>
                      <a:pt x="16993" y="32634"/>
                    </a:lnTo>
                    <a:cubicBezTo>
                      <a:pt x="17645" y="32634"/>
                      <a:pt x="18165" y="32104"/>
                      <a:pt x="18165" y="31452"/>
                    </a:cubicBezTo>
                    <a:lnTo>
                      <a:pt x="18165" y="1173"/>
                    </a:lnTo>
                    <a:cubicBezTo>
                      <a:pt x="18165" y="521"/>
                      <a:pt x="17645" y="1"/>
                      <a:pt x="1699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30;p35">
                <a:extLst>
                  <a:ext uri="{FF2B5EF4-FFF2-40B4-BE49-F238E27FC236}">
                    <a16:creationId xmlns:a16="http://schemas.microsoft.com/office/drawing/2014/main" id="{9AA93648-D5C2-E9A7-EB5D-3AD30F9EE376}"/>
                  </a:ext>
                </a:extLst>
              </p:cNvPr>
              <p:cNvSpPr/>
              <p:nvPr/>
            </p:nvSpPr>
            <p:spPr>
              <a:xfrm>
                <a:off x="1807340" y="1548250"/>
                <a:ext cx="1374091" cy="326786"/>
              </a:xfrm>
              <a:custGeom>
                <a:avLst/>
                <a:gdLst/>
                <a:ahLst/>
                <a:cxnLst/>
                <a:rect l="l" t="t" r="r" b="b"/>
                <a:pathLst>
                  <a:path w="18165" h="4320" extrusionOk="0">
                    <a:moveTo>
                      <a:pt x="1172" y="1"/>
                    </a:moveTo>
                    <a:cubicBezTo>
                      <a:pt x="520" y="1"/>
                      <a:pt x="0" y="530"/>
                      <a:pt x="0" y="1173"/>
                    </a:cubicBezTo>
                    <a:lnTo>
                      <a:pt x="0" y="4320"/>
                    </a:lnTo>
                    <a:lnTo>
                      <a:pt x="18165" y="4320"/>
                    </a:lnTo>
                    <a:lnTo>
                      <a:pt x="18165" y="1173"/>
                    </a:lnTo>
                    <a:cubicBezTo>
                      <a:pt x="18165" y="530"/>
                      <a:pt x="17635" y="1"/>
                      <a:pt x="1698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31;p35">
                <a:extLst>
                  <a:ext uri="{FF2B5EF4-FFF2-40B4-BE49-F238E27FC236}">
                    <a16:creationId xmlns:a16="http://schemas.microsoft.com/office/drawing/2014/main" id="{31947DAB-D048-49A5-FCB6-F8E1808DE21A}"/>
                  </a:ext>
                </a:extLst>
              </p:cNvPr>
              <p:cNvSpPr/>
              <p:nvPr/>
            </p:nvSpPr>
            <p:spPr>
              <a:xfrm>
                <a:off x="1806583" y="3698669"/>
                <a:ext cx="1374848" cy="326030"/>
              </a:xfrm>
              <a:custGeom>
                <a:avLst/>
                <a:gdLst/>
                <a:ahLst/>
                <a:cxnLst/>
                <a:rect l="l" t="t" r="r" b="b"/>
                <a:pathLst>
                  <a:path w="18175" h="4310" extrusionOk="0">
                    <a:moveTo>
                      <a:pt x="1" y="0"/>
                    </a:moveTo>
                    <a:lnTo>
                      <a:pt x="1" y="3138"/>
                    </a:lnTo>
                    <a:cubicBezTo>
                      <a:pt x="1" y="3790"/>
                      <a:pt x="530" y="4310"/>
                      <a:pt x="1182" y="4310"/>
                    </a:cubicBezTo>
                    <a:lnTo>
                      <a:pt x="16993" y="4310"/>
                    </a:lnTo>
                    <a:cubicBezTo>
                      <a:pt x="17645" y="4310"/>
                      <a:pt x="18175" y="3790"/>
                      <a:pt x="18175" y="3138"/>
                    </a:cubicBezTo>
                    <a:lnTo>
                      <a:pt x="1817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932;p35">
                <a:extLst>
                  <a:ext uri="{FF2B5EF4-FFF2-40B4-BE49-F238E27FC236}">
                    <a16:creationId xmlns:a16="http://schemas.microsoft.com/office/drawing/2014/main" id="{8FBE456F-18A0-2E72-AF77-47F34445F8AD}"/>
                  </a:ext>
                </a:extLst>
              </p:cNvPr>
              <p:cNvSpPr/>
              <p:nvPr/>
            </p:nvSpPr>
            <p:spPr>
              <a:xfrm>
                <a:off x="2282005" y="1683351"/>
                <a:ext cx="423990" cy="37293"/>
              </a:xfrm>
              <a:custGeom>
                <a:avLst/>
                <a:gdLst/>
                <a:ahLst/>
                <a:cxnLst/>
                <a:rect l="l" t="t" r="r" b="b"/>
                <a:pathLst>
                  <a:path w="5605" h="493" extrusionOk="0">
                    <a:moveTo>
                      <a:pt x="1" y="1"/>
                    </a:moveTo>
                    <a:lnTo>
                      <a:pt x="1" y="492"/>
                    </a:lnTo>
                    <a:lnTo>
                      <a:pt x="5605" y="492"/>
                    </a:lnTo>
                    <a:lnTo>
                      <a:pt x="560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933;p35">
                <a:extLst>
                  <a:ext uri="{FF2B5EF4-FFF2-40B4-BE49-F238E27FC236}">
                    <a16:creationId xmlns:a16="http://schemas.microsoft.com/office/drawing/2014/main" id="{531DC4C3-183A-A095-E4A2-18F09C6FB407}"/>
                  </a:ext>
                </a:extLst>
              </p:cNvPr>
              <p:cNvSpPr/>
              <p:nvPr/>
            </p:nvSpPr>
            <p:spPr>
              <a:xfrm>
                <a:off x="2393504" y="3761529"/>
                <a:ext cx="200989" cy="200989"/>
              </a:xfrm>
              <a:custGeom>
                <a:avLst/>
                <a:gdLst/>
                <a:ahLst/>
                <a:cxnLst/>
                <a:rect l="l" t="t" r="r" b="b"/>
                <a:pathLst>
                  <a:path w="2657" h="2657" extrusionOk="0">
                    <a:moveTo>
                      <a:pt x="1333" y="1"/>
                    </a:moveTo>
                    <a:cubicBezTo>
                      <a:pt x="596" y="1"/>
                      <a:pt x="1" y="596"/>
                      <a:pt x="1" y="1324"/>
                    </a:cubicBezTo>
                    <a:cubicBezTo>
                      <a:pt x="1" y="2061"/>
                      <a:pt x="596" y="2656"/>
                      <a:pt x="1333" y="2656"/>
                    </a:cubicBezTo>
                    <a:cubicBezTo>
                      <a:pt x="2061" y="2656"/>
                      <a:pt x="2657" y="2061"/>
                      <a:pt x="2657" y="1324"/>
                    </a:cubicBezTo>
                    <a:cubicBezTo>
                      <a:pt x="2657" y="596"/>
                      <a:pt x="2061" y="1"/>
                      <a:pt x="133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8" name="Google Shape;934;p35">
                <a:extLst>
                  <a:ext uri="{FF2B5EF4-FFF2-40B4-BE49-F238E27FC236}">
                    <a16:creationId xmlns:a16="http://schemas.microsoft.com/office/drawing/2014/main" id="{D75015A8-5F0C-BFDD-404D-2797A1BC2F74}"/>
                  </a:ext>
                </a:extLst>
              </p:cNvPr>
              <p:cNvGrpSpPr/>
              <p:nvPr/>
            </p:nvGrpSpPr>
            <p:grpSpPr>
              <a:xfrm>
                <a:off x="1934288" y="1969238"/>
                <a:ext cx="1120200" cy="857900"/>
                <a:chOff x="2193325" y="4127163"/>
                <a:chExt cx="1120200" cy="857900"/>
              </a:xfrm>
            </p:grpSpPr>
            <p:sp>
              <p:nvSpPr>
                <p:cNvPr id="63" name="Google Shape;935;p35">
                  <a:extLst>
                    <a:ext uri="{FF2B5EF4-FFF2-40B4-BE49-F238E27FC236}">
                      <a16:creationId xmlns:a16="http://schemas.microsoft.com/office/drawing/2014/main" id="{B45127C5-AE0D-98B2-208D-C2B98F3F435A}"/>
                    </a:ext>
                  </a:extLst>
                </p:cNvPr>
                <p:cNvSpPr/>
                <p:nvPr/>
              </p:nvSpPr>
              <p:spPr>
                <a:xfrm>
                  <a:off x="2193325" y="4127163"/>
                  <a:ext cx="248400" cy="248400"/>
                </a:xfrm>
                <a:prstGeom prst="donut">
                  <a:avLst>
                    <a:gd name="adj" fmla="val 25000"/>
                  </a:avLst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6" name="Google Shape;936;p35">
                  <a:extLst>
                    <a:ext uri="{FF2B5EF4-FFF2-40B4-BE49-F238E27FC236}">
                      <a16:creationId xmlns:a16="http://schemas.microsoft.com/office/drawing/2014/main" id="{017E9376-3555-FF84-C380-EC3455D3D0A9}"/>
                    </a:ext>
                  </a:extLst>
                </p:cNvPr>
                <p:cNvSpPr/>
                <p:nvPr/>
              </p:nvSpPr>
              <p:spPr>
                <a:xfrm>
                  <a:off x="2193325" y="4127163"/>
                  <a:ext cx="248400" cy="248400"/>
                </a:xfrm>
                <a:prstGeom prst="blockArc">
                  <a:avLst>
                    <a:gd name="adj1" fmla="val 8495047"/>
                    <a:gd name="adj2" fmla="val 16399518"/>
                    <a:gd name="adj3" fmla="val 24494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7" name="Google Shape;937;p35">
                  <a:extLst>
                    <a:ext uri="{FF2B5EF4-FFF2-40B4-BE49-F238E27FC236}">
                      <a16:creationId xmlns:a16="http://schemas.microsoft.com/office/drawing/2014/main" id="{B085E45B-11C3-4725-9692-4AD3BA501E9B}"/>
                    </a:ext>
                  </a:extLst>
                </p:cNvPr>
                <p:cNvSpPr/>
                <p:nvPr/>
              </p:nvSpPr>
              <p:spPr>
                <a:xfrm>
                  <a:off x="2488500" y="4171137"/>
                  <a:ext cx="353400" cy="222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8" name="Google Shape;938;p35">
                  <a:extLst>
                    <a:ext uri="{FF2B5EF4-FFF2-40B4-BE49-F238E27FC236}">
                      <a16:creationId xmlns:a16="http://schemas.microsoft.com/office/drawing/2014/main" id="{196716FA-7198-3964-7884-4CF69464D6DE}"/>
                    </a:ext>
                  </a:extLst>
                </p:cNvPr>
                <p:cNvSpPr/>
                <p:nvPr/>
              </p:nvSpPr>
              <p:spPr>
                <a:xfrm>
                  <a:off x="2488500" y="4241672"/>
                  <a:ext cx="353400" cy="222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9" name="Google Shape;939;p35">
                  <a:extLst>
                    <a:ext uri="{FF2B5EF4-FFF2-40B4-BE49-F238E27FC236}">
                      <a16:creationId xmlns:a16="http://schemas.microsoft.com/office/drawing/2014/main" id="{E3164935-8752-4846-1B79-427E93113BEF}"/>
                    </a:ext>
                  </a:extLst>
                </p:cNvPr>
                <p:cNvSpPr/>
                <p:nvPr/>
              </p:nvSpPr>
              <p:spPr>
                <a:xfrm>
                  <a:off x="2358025" y="4489838"/>
                  <a:ext cx="955500" cy="222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0" name="Google Shape;940;p35">
                  <a:extLst>
                    <a:ext uri="{FF2B5EF4-FFF2-40B4-BE49-F238E27FC236}">
                      <a16:creationId xmlns:a16="http://schemas.microsoft.com/office/drawing/2014/main" id="{609FF46A-3108-E731-C05A-F53682D037B5}"/>
                    </a:ext>
                  </a:extLst>
                </p:cNvPr>
                <p:cNvSpPr/>
                <p:nvPr/>
              </p:nvSpPr>
              <p:spPr>
                <a:xfrm>
                  <a:off x="2358025" y="4642213"/>
                  <a:ext cx="955500" cy="222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1" name="Google Shape;941;p35">
                  <a:extLst>
                    <a:ext uri="{FF2B5EF4-FFF2-40B4-BE49-F238E27FC236}">
                      <a16:creationId xmlns:a16="http://schemas.microsoft.com/office/drawing/2014/main" id="{FCC96CFC-49B6-390C-1509-17C2CDDFD5DA}"/>
                    </a:ext>
                  </a:extLst>
                </p:cNvPr>
                <p:cNvSpPr/>
                <p:nvPr/>
              </p:nvSpPr>
              <p:spPr>
                <a:xfrm>
                  <a:off x="2358025" y="4794588"/>
                  <a:ext cx="955500" cy="222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2" name="Google Shape;942;p35">
                  <a:extLst>
                    <a:ext uri="{FF2B5EF4-FFF2-40B4-BE49-F238E27FC236}">
                      <a16:creationId xmlns:a16="http://schemas.microsoft.com/office/drawing/2014/main" id="{2E8F8F8B-FB43-DDBB-9FF9-98D624000E13}"/>
                    </a:ext>
                  </a:extLst>
                </p:cNvPr>
                <p:cNvSpPr/>
                <p:nvPr/>
              </p:nvSpPr>
              <p:spPr>
                <a:xfrm>
                  <a:off x="2358025" y="4946963"/>
                  <a:ext cx="955500" cy="222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3" name="Google Shape;943;p35">
                  <a:extLst>
                    <a:ext uri="{FF2B5EF4-FFF2-40B4-BE49-F238E27FC236}">
                      <a16:creationId xmlns:a16="http://schemas.microsoft.com/office/drawing/2014/main" id="{A35E65F6-C1EB-95B6-1758-D593DCAAA962}"/>
                    </a:ext>
                  </a:extLst>
                </p:cNvPr>
                <p:cNvSpPr/>
                <p:nvPr/>
              </p:nvSpPr>
              <p:spPr>
                <a:xfrm>
                  <a:off x="2235000" y="4473938"/>
                  <a:ext cx="986700" cy="54000"/>
                </a:xfrm>
                <a:prstGeom prst="rect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4" name="Google Shape;944;p35">
                  <a:extLst>
                    <a:ext uri="{FF2B5EF4-FFF2-40B4-BE49-F238E27FC236}">
                      <a16:creationId xmlns:a16="http://schemas.microsoft.com/office/drawing/2014/main" id="{6294464C-1A71-B6F1-A8AD-997BE3826AA9}"/>
                    </a:ext>
                  </a:extLst>
                </p:cNvPr>
                <p:cNvSpPr/>
                <p:nvPr/>
              </p:nvSpPr>
              <p:spPr>
                <a:xfrm>
                  <a:off x="2235000" y="4626313"/>
                  <a:ext cx="440400" cy="54000"/>
                </a:xfrm>
                <a:prstGeom prst="rect">
                  <a:avLst/>
                </a:prstGeom>
                <a:solidFill>
                  <a:schemeClr val="accent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5" name="Google Shape;945;p35">
                  <a:extLst>
                    <a:ext uri="{FF2B5EF4-FFF2-40B4-BE49-F238E27FC236}">
                      <a16:creationId xmlns:a16="http://schemas.microsoft.com/office/drawing/2014/main" id="{4A894E22-7B03-E630-8001-B6BFEAD65BB4}"/>
                    </a:ext>
                  </a:extLst>
                </p:cNvPr>
                <p:cNvSpPr/>
                <p:nvPr/>
              </p:nvSpPr>
              <p:spPr>
                <a:xfrm>
                  <a:off x="2235000" y="4778688"/>
                  <a:ext cx="619200" cy="5400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6" name="Google Shape;946;p35">
                  <a:extLst>
                    <a:ext uri="{FF2B5EF4-FFF2-40B4-BE49-F238E27FC236}">
                      <a16:creationId xmlns:a16="http://schemas.microsoft.com/office/drawing/2014/main" id="{F50F3F8E-318B-01C0-C3C4-E63298FD1305}"/>
                    </a:ext>
                  </a:extLst>
                </p:cNvPr>
                <p:cNvSpPr/>
                <p:nvPr/>
              </p:nvSpPr>
              <p:spPr>
                <a:xfrm>
                  <a:off x="2235000" y="4931063"/>
                  <a:ext cx="810300" cy="54000"/>
                </a:xfrm>
                <a:prstGeom prst="rect">
                  <a:avLst/>
                </a:pr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9" name="Google Shape;947;p35">
                <a:extLst>
                  <a:ext uri="{FF2B5EF4-FFF2-40B4-BE49-F238E27FC236}">
                    <a16:creationId xmlns:a16="http://schemas.microsoft.com/office/drawing/2014/main" id="{D4565B66-B773-8667-3985-FC01753A13CF}"/>
                  </a:ext>
                </a:extLst>
              </p:cNvPr>
              <p:cNvSpPr/>
              <p:nvPr/>
            </p:nvSpPr>
            <p:spPr>
              <a:xfrm>
                <a:off x="1933575" y="3326426"/>
                <a:ext cx="505800" cy="29730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948;p35">
                <a:extLst>
                  <a:ext uri="{FF2B5EF4-FFF2-40B4-BE49-F238E27FC236}">
                    <a16:creationId xmlns:a16="http://schemas.microsoft.com/office/drawing/2014/main" id="{93019E0A-BDB8-3D88-4CA3-827CD9938189}"/>
                  </a:ext>
                </a:extLst>
              </p:cNvPr>
              <p:cNvSpPr/>
              <p:nvPr/>
            </p:nvSpPr>
            <p:spPr>
              <a:xfrm>
                <a:off x="2548042" y="3326328"/>
                <a:ext cx="505800" cy="2973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949;p35">
                <a:extLst>
                  <a:ext uri="{FF2B5EF4-FFF2-40B4-BE49-F238E27FC236}">
                    <a16:creationId xmlns:a16="http://schemas.microsoft.com/office/drawing/2014/main" id="{E1D10563-D99A-4626-4ADB-0F14F329BEF3}"/>
                  </a:ext>
                </a:extLst>
              </p:cNvPr>
              <p:cNvSpPr/>
              <p:nvPr/>
            </p:nvSpPr>
            <p:spPr>
              <a:xfrm>
                <a:off x="1933575" y="2985473"/>
                <a:ext cx="505800" cy="2973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950;p35">
                <a:extLst>
                  <a:ext uri="{FF2B5EF4-FFF2-40B4-BE49-F238E27FC236}">
                    <a16:creationId xmlns:a16="http://schemas.microsoft.com/office/drawing/2014/main" id="{CCDAB583-B2B3-383C-17A7-C169C15098B3}"/>
                  </a:ext>
                </a:extLst>
              </p:cNvPr>
              <p:cNvSpPr/>
              <p:nvPr/>
            </p:nvSpPr>
            <p:spPr>
              <a:xfrm>
                <a:off x="2548042" y="2985375"/>
                <a:ext cx="505800" cy="2973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" name="Google Shape;951;p35">
              <a:extLst>
                <a:ext uri="{FF2B5EF4-FFF2-40B4-BE49-F238E27FC236}">
                  <a16:creationId xmlns:a16="http://schemas.microsoft.com/office/drawing/2014/main" id="{89EACE9A-9123-96C1-36B6-DEE14E2F1E03}"/>
                </a:ext>
              </a:extLst>
            </p:cNvPr>
            <p:cNvSpPr/>
            <p:nvPr/>
          </p:nvSpPr>
          <p:spPr>
            <a:xfrm>
              <a:off x="1496869" y="3368405"/>
              <a:ext cx="133060" cy="132984"/>
            </a:xfrm>
            <a:custGeom>
              <a:avLst/>
              <a:gdLst/>
              <a:ahLst/>
              <a:cxnLst/>
              <a:rect l="l" t="t" r="r" b="b"/>
              <a:pathLst>
                <a:path w="1759" h="1758" extrusionOk="0">
                  <a:moveTo>
                    <a:pt x="880" y="0"/>
                  </a:moveTo>
                  <a:cubicBezTo>
                    <a:pt x="398" y="0"/>
                    <a:pt x="1" y="397"/>
                    <a:pt x="1" y="879"/>
                  </a:cubicBezTo>
                  <a:cubicBezTo>
                    <a:pt x="1" y="1370"/>
                    <a:pt x="398" y="1758"/>
                    <a:pt x="880" y="1758"/>
                  </a:cubicBezTo>
                  <a:cubicBezTo>
                    <a:pt x="1371" y="1758"/>
                    <a:pt x="1759" y="1370"/>
                    <a:pt x="1759" y="879"/>
                  </a:cubicBezTo>
                  <a:cubicBezTo>
                    <a:pt x="1759" y="397"/>
                    <a:pt x="1371" y="0"/>
                    <a:pt x="88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52;p35">
              <a:extLst>
                <a:ext uri="{FF2B5EF4-FFF2-40B4-BE49-F238E27FC236}">
                  <a16:creationId xmlns:a16="http://schemas.microsoft.com/office/drawing/2014/main" id="{AAE2E6FF-E310-102E-8ECA-7AB87C7FE15A}"/>
                </a:ext>
              </a:extLst>
            </p:cNvPr>
            <p:cNvSpPr/>
            <p:nvPr/>
          </p:nvSpPr>
          <p:spPr>
            <a:xfrm>
              <a:off x="3019472" y="1128650"/>
              <a:ext cx="133060" cy="133060"/>
            </a:xfrm>
            <a:custGeom>
              <a:avLst/>
              <a:gdLst/>
              <a:ahLst/>
              <a:cxnLst/>
              <a:rect l="l" t="t" r="r" b="b"/>
              <a:pathLst>
                <a:path w="1759" h="1759" extrusionOk="0">
                  <a:moveTo>
                    <a:pt x="879" y="0"/>
                  </a:moveTo>
                  <a:cubicBezTo>
                    <a:pt x="397" y="0"/>
                    <a:pt x="1" y="397"/>
                    <a:pt x="1" y="879"/>
                  </a:cubicBezTo>
                  <a:cubicBezTo>
                    <a:pt x="1" y="1361"/>
                    <a:pt x="397" y="1758"/>
                    <a:pt x="879" y="1758"/>
                  </a:cubicBezTo>
                  <a:cubicBezTo>
                    <a:pt x="1371" y="1758"/>
                    <a:pt x="1758" y="1361"/>
                    <a:pt x="1758" y="879"/>
                  </a:cubicBezTo>
                  <a:cubicBezTo>
                    <a:pt x="1758" y="397"/>
                    <a:pt x="1371" y="0"/>
                    <a:pt x="879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953;p35">
              <a:extLst>
                <a:ext uri="{FF2B5EF4-FFF2-40B4-BE49-F238E27FC236}">
                  <a16:creationId xmlns:a16="http://schemas.microsoft.com/office/drawing/2014/main" id="{3B2925D7-72DB-ED1C-722A-6A68C991EA92}"/>
                </a:ext>
              </a:extLst>
            </p:cNvPr>
            <p:cNvGrpSpPr/>
            <p:nvPr/>
          </p:nvGrpSpPr>
          <p:grpSpPr>
            <a:xfrm>
              <a:off x="3048096" y="1714142"/>
              <a:ext cx="1308353" cy="638443"/>
              <a:chOff x="3235849" y="1696803"/>
              <a:chExt cx="1334646" cy="651273"/>
            </a:xfrm>
          </p:grpSpPr>
          <p:sp>
            <p:nvSpPr>
              <p:cNvPr id="49" name="Google Shape;954;p35">
                <a:extLst>
                  <a:ext uri="{FF2B5EF4-FFF2-40B4-BE49-F238E27FC236}">
                    <a16:creationId xmlns:a16="http://schemas.microsoft.com/office/drawing/2014/main" id="{E164D191-2188-ED83-2954-4336499555B4}"/>
                  </a:ext>
                </a:extLst>
              </p:cNvPr>
              <p:cNvSpPr/>
              <p:nvPr/>
            </p:nvSpPr>
            <p:spPr>
              <a:xfrm>
                <a:off x="3235849" y="1696803"/>
                <a:ext cx="1334646" cy="651273"/>
              </a:xfrm>
              <a:custGeom>
                <a:avLst/>
                <a:gdLst/>
                <a:ahLst/>
                <a:cxnLst/>
                <a:rect l="l" t="t" r="r" b="b"/>
                <a:pathLst>
                  <a:path w="17296" h="8440" extrusionOk="0">
                    <a:moveTo>
                      <a:pt x="8648" y="0"/>
                    </a:moveTo>
                    <a:cubicBezTo>
                      <a:pt x="3875" y="0"/>
                      <a:pt x="0" y="4225"/>
                      <a:pt x="0" y="4225"/>
                    </a:cubicBezTo>
                    <a:cubicBezTo>
                      <a:pt x="0" y="4225"/>
                      <a:pt x="3875" y="8440"/>
                      <a:pt x="8648" y="8440"/>
                    </a:cubicBezTo>
                    <a:cubicBezTo>
                      <a:pt x="13430" y="8440"/>
                      <a:pt x="17295" y="4225"/>
                      <a:pt x="17295" y="4225"/>
                    </a:cubicBezTo>
                    <a:cubicBezTo>
                      <a:pt x="17295" y="4225"/>
                      <a:pt x="13430" y="0"/>
                      <a:pt x="86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55;p35">
                <a:extLst>
                  <a:ext uri="{FF2B5EF4-FFF2-40B4-BE49-F238E27FC236}">
                    <a16:creationId xmlns:a16="http://schemas.microsoft.com/office/drawing/2014/main" id="{B2493C4D-213E-CEC3-8CCC-327E48E5CAF8}"/>
                  </a:ext>
                </a:extLst>
              </p:cNvPr>
              <p:cNvSpPr/>
              <p:nvPr/>
            </p:nvSpPr>
            <p:spPr>
              <a:xfrm>
                <a:off x="3647134" y="1766097"/>
                <a:ext cx="512761" cy="512684"/>
              </a:xfrm>
              <a:custGeom>
                <a:avLst/>
                <a:gdLst/>
                <a:ahLst/>
                <a:cxnLst/>
                <a:rect l="l" t="t" r="r" b="b"/>
                <a:pathLst>
                  <a:path w="6645" h="6644" extrusionOk="0">
                    <a:moveTo>
                      <a:pt x="3318" y="0"/>
                    </a:moveTo>
                    <a:cubicBezTo>
                      <a:pt x="1484" y="0"/>
                      <a:pt x="1" y="1493"/>
                      <a:pt x="1" y="3317"/>
                    </a:cubicBezTo>
                    <a:cubicBezTo>
                      <a:pt x="1" y="5151"/>
                      <a:pt x="1484" y="6644"/>
                      <a:pt x="3318" y="6644"/>
                    </a:cubicBezTo>
                    <a:cubicBezTo>
                      <a:pt x="5151" y="6644"/>
                      <a:pt x="6644" y="5151"/>
                      <a:pt x="6644" y="3317"/>
                    </a:cubicBezTo>
                    <a:cubicBezTo>
                      <a:pt x="6644" y="1493"/>
                      <a:pt x="5151" y="0"/>
                      <a:pt x="33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56;p35">
                <a:extLst>
                  <a:ext uri="{FF2B5EF4-FFF2-40B4-BE49-F238E27FC236}">
                    <a16:creationId xmlns:a16="http://schemas.microsoft.com/office/drawing/2014/main" id="{B57B7ECB-D545-ADE8-3264-8D7FBB4AAE0B}"/>
                  </a:ext>
                </a:extLst>
              </p:cNvPr>
              <p:cNvSpPr/>
              <p:nvPr/>
            </p:nvSpPr>
            <p:spPr>
              <a:xfrm>
                <a:off x="3798068" y="1917031"/>
                <a:ext cx="210892" cy="210815"/>
              </a:xfrm>
              <a:custGeom>
                <a:avLst/>
                <a:gdLst/>
                <a:ahLst/>
                <a:cxnLst/>
                <a:rect l="l" t="t" r="r" b="b"/>
                <a:pathLst>
                  <a:path w="2733" h="2732" extrusionOk="0">
                    <a:moveTo>
                      <a:pt x="1362" y="0"/>
                    </a:moveTo>
                    <a:cubicBezTo>
                      <a:pt x="606" y="0"/>
                      <a:pt x="1" y="615"/>
                      <a:pt x="1" y="1361"/>
                    </a:cubicBezTo>
                    <a:cubicBezTo>
                      <a:pt x="1" y="2117"/>
                      <a:pt x="606" y="2732"/>
                      <a:pt x="1362" y="2732"/>
                    </a:cubicBezTo>
                    <a:cubicBezTo>
                      <a:pt x="2118" y="2732"/>
                      <a:pt x="2732" y="2117"/>
                      <a:pt x="2732" y="1361"/>
                    </a:cubicBezTo>
                    <a:cubicBezTo>
                      <a:pt x="2732" y="615"/>
                      <a:pt x="2118" y="0"/>
                      <a:pt x="13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57;p35">
                <a:extLst>
                  <a:ext uri="{FF2B5EF4-FFF2-40B4-BE49-F238E27FC236}">
                    <a16:creationId xmlns:a16="http://schemas.microsoft.com/office/drawing/2014/main" id="{1EEE8F16-BBFA-A04D-DF7F-136B7DA1192E}"/>
                  </a:ext>
                </a:extLst>
              </p:cNvPr>
              <p:cNvSpPr/>
              <p:nvPr/>
            </p:nvSpPr>
            <p:spPr>
              <a:xfrm>
                <a:off x="3933722" y="1890795"/>
                <a:ext cx="178020" cy="178020"/>
              </a:xfrm>
              <a:custGeom>
                <a:avLst/>
                <a:gdLst/>
                <a:ahLst/>
                <a:cxnLst/>
                <a:rect l="l" t="t" r="r" b="b"/>
                <a:pathLst>
                  <a:path w="2307" h="2307" extrusionOk="0">
                    <a:moveTo>
                      <a:pt x="1154" y="0"/>
                    </a:moveTo>
                    <a:cubicBezTo>
                      <a:pt x="511" y="0"/>
                      <a:pt x="1" y="511"/>
                      <a:pt x="1" y="1153"/>
                    </a:cubicBezTo>
                    <a:cubicBezTo>
                      <a:pt x="1" y="1786"/>
                      <a:pt x="511" y="2306"/>
                      <a:pt x="1154" y="2306"/>
                    </a:cubicBezTo>
                    <a:cubicBezTo>
                      <a:pt x="1787" y="2306"/>
                      <a:pt x="2307" y="1786"/>
                      <a:pt x="2307" y="1153"/>
                    </a:cubicBezTo>
                    <a:cubicBezTo>
                      <a:pt x="2307" y="511"/>
                      <a:pt x="1787" y="0"/>
                      <a:pt x="11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" name="Google Shape;958;p35">
              <a:extLst>
                <a:ext uri="{FF2B5EF4-FFF2-40B4-BE49-F238E27FC236}">
                  <a16:creationId xmlns:a16="http://schemas.microsoft.com/office/drawing/2014/main" id="{95D56E8E-FBAE-961C-D27D-721E91C03667}"/>
                </a:ext>
              </a:extLst>
            </p:cNvPr>
            <p:cNvGrpSpPr/>
            <p:nvPr/>
          </p:nvGrpSpPr>
          <p:grpSpPr>
            <a:xfrm>
              <a:off x="916040" y="2086394"/>
              <a:ext cx="1135187" cy="1070659"/>
              <a:chOff x="283800" y="1696800"/>
              <a:chExt cx="1158000" cy="1092175"/>
            </a:xfrm>
          </p:grpSpPr>
          <p:sp>
            <p:nvSpPr>
              <p:cNvPr id="10" name="Google Shape;959;p35">
                <a:extLst>
                  <a:ext uri="{FF2B5EF4-FFF2-40B4-BE49-F238E27FC236}">
                    <a16:creationId xmlns:a16="http://schemas.microsoft.com/office/drawing/2014/main" id="{14DF4D9A-0389-54BC-32CF-B0176B8BA62A}"/>
                  </a:ext>
                </a:extLst>
              </p:cNvPr>
              <p:cNvSpPr/>
              <p:nvPr/>
            </p:nvSpPr>
            <p:spPr>
              <a:xfrm>
                <a:off x="283800" y="1799275"/>
                <a:ext cx="1158000" cy="989700"/>
              </a:xfrm>
              <a:prstGeom prst="rect">
                <a:avLst/>
              </a:pr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960;p35">
                <a:extLst>
                  <a:ext uri="{FF2B5EF4-FFF2-40B4-BE49-F238E27FC236}">
                    <a16:creationId xmlns:a16="http://schemas.microsoft.com/office/drawing/2014/main" id="{9F365F59-D5FF-DBEC-1D9A-FDB86707E91C}"/>
                  </a:ext>
                </a:extLst>
              </p:cNvPr>
              <p:cNvSpPr/>
              <p:nvPr/>
            </p:nvSpPr>
            <p:spPr>
              <a:xfrm>
                <a:off x="424775" y="1696800"/>
                <a:ext cx="46200" cy="158700"/>
              </a:xfrm>
              <a:prstGeom prst="roundRect">
                <a:avLst>
                  <a:gd name="adj" fmla="val 16667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961;p35">
                <a:extLst>
                  <a:ext uri="{FF2B5EF4-FFF2-40B4-BE49-F238E27FC236}">
                    <a16:creationId xmlns:a16="http://schemas.microsoft.com/office/drawing/2014/main" id="{6F859C26-102E-9E2C-8995-3D2305768C4A}"/>
                  </a:ext>
                </a:extLst>
              </p:cNvPr>
              <p:cNvSpPr/>
              <p:nvPr/>
            </p:nvSpPr>
            <p:spPr>
              <a:xfrm>
                <a:off x="1254627" y="1696800"/>
                <a:ext cx="46200" cy="158700"/>
              </a:xfrm>
              <a:prstGeom prst="roundRect">
                <a:avLst>
                  <a:gd name="adj" fmla="val 16667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62;p35">
                <a:extLst>
                  <a:ext uri="{FF2B5EF4-FFF2-40B4-BE49-F238E27FC236}">
                    <a16:creationId xmlns:a16="http://schemas.microsoft.com/office/drawing/2014/main" id="{AD16C86A-0420-D4C9-0485-73514622951C}"/>
                  </a:ext>
                </a:extLst>
              </p:cNvPr>
              <p:cNvSpPr/>
              <p:nvPr/>
            </p:nvSpPr>
            <p:spPr>
              <a:xfrm>
                <a:off x="1101901" y="1937513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63;p35">
                <a:extLst>
                  <a:ext uri="{FF2B5EF4-FFF2-40B4-BE49-F238E27FC236}">
                    <a16:creationId xmlns:a16="http://schemas.microsoft.com/office/drawing/2014/main" id="{173D2F1F-EF62-5562-A0EB-7A556849B11F}"/>
                  </a:ext>
                </a:extLst>
              </p:cNvPr>
              <p:cNvSpPr/>
              <p:nvPr/>
            </p:nvSpPr>
            <p:spPr>
              <a:xfrm>
                <a:off x="1255353" y="1937513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64;p35">
                <a:extLst>
                  <a:ext uri="{FF2B5EF4-FFF2-40B4-BE49-F238E27FC236}">
                    <a16:creationId xmlns:a16="http://schemas.microsoft.com/office/drawing/2014/main" id="{4C412BF2-037F-8B6D-F2DC-7667C431178B}"/>
                  </a:ext>
                </a:extLst>
              </p:cNvPr>
              <p:cNvSpPr/>
              <p:nvPr/>
            </p:nvSpPr>
            <p:spPr>
              <a:xfrm>
                <a:off x="334638" y="2107138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65;p35">
                <a:extLst>
                  <a:ext uri="{FF2B5EF4-FFF2-40B4-BE49-F238E27FC236}">
                    <a16:creationId xmlns:a16="http://schemas.microsoft.com/office/drawing/2014/main" id="{007C3723-AD8B-B8B4-82AA-498B99D3C6CB}"/>
                  </a:ext>
                </a:extLst>
              </p:cNvPr>
              <p:cNvSpPr/>
              <p:nvPr/>
            </p:nvSpPr>
            <p:spPr>
              <a:xfrm>
                <a:off x="488090" y="2107138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66;p35">
                <a:extLst>
                  <a:ext uri="{FF2B5EF4-FFF2-40B4-BE49-F238E27FC236}">
                    <a16:creationId xmlns:a16="http://schemas.microsoft.com/office/drawing/2014/main" id="{FF980D64-B0EA-6296-CF9B-A12825D1F5AF}"/>
                  </a:ext>
                </a:extLst>
              </p:cNvPr>
              <p:cNvSpPr/>
              <p:nvPr/>
            </p:nvSpPr>
            <p:spPr>
              <a:xfrm>
                <a:off x="641543" y="2107138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67;p35">
                <a:extLst>
                  <a:ext uri="{FF2B5EF4-FFF2-40B4-BE49-F238E27FC236}">
                    <a16:creationId xmlns:a16="http://schemas.microsoft.com/office/drawing/2014/main" id="{C12E1B6D-73EB-ADB3-4174-701DF85C4C7D}"/>
                  </a:ext>
                </a:extLst>
              </p:cNvPr>
              <p:cNvSpPr/>
              <p:nvPr/>
            </p:nvSpPr>
            <p:spPr>
              <a:xfrm>
                <a:off x="794995" y="2107138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68;p35">
                <a:extLst>
                  <a:ext uri="{FF2B5EF4-FFF2-40B4-BE49-F238E27FC236}">
                    <a16:creationId xmlns:a16="http://schemas.microsoft.com/office/drawing/2014/main" id="{5A2CDCA0-C687-457A-F451-0E96512EBB42}"/>
                  </a:ext>
                </a:extLst>
              </p:cNvPr>
              <p:cNvSpPr/>
              <p:nvPr/>
            </p:nvSpPr>
            <p:spPr>
              <a:xfrm>
                <a:off x="948448" y="2107138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69;p35">
                <a:extLst>
                  <a:ext uri="{FF2B5EF4-FFF2-40B4-BE49-F238E27FC236}">
                    <a16:creationId xmlns:a16="http://schemas.microsoft.com/office/drawing/2014/main" id="{4F3659DB-4E76-8F58-6BC4-7C4BB7627F2B}"/>
                  </a:ext>
                </a:extLst>
              </p:cNvPr>
              <p:cNvSpPr/>
              <p:nvPr/>
            </p:nvSpPr>
            <p:spPr>
              <a:xfrm>
                <a:off x="1101901" y="2107138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70;p35">
                <a:extLst>
                  <a:ext uri="{FF2B5EF4-FFF2-40B4-BE49-F238E27FC236}">
                    <a16:creationId xmlns:a16="http://schemas.microsoft.com/office/drawing/2014/main" id="{E20D2543-4CA1-5C67-EB6C-588E78F6C329}"/>
                  </a:ext>
                </a:extLst>
              </p:cNvPr>
              <p:cNvSpPr/>
              <p:nvPr/>
            </p:nvSpPr>
            <p:spPr>
              <a:xfrm>
                <a:off x="1255353" y="2107138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71;p35">
                <a:extLst>
                  <a:ext uri="{FF2B5EF4-FFF2-40B4-BE49-F238E27FC236}">
                    <a16:creationId xmlns:a16="http://schemas.microsoft.com/office/drawing/2014/main" id="{E459E82E-5D9F-80FC-1088-68D617DA57E7}"/>
                  </a:ext>
                </a:extLst>
              </p:cNvPr>
              <p:cNvSpPr/>
              <p:nvPr/>
            </p:nvSpPr>
            <p:spPr>
              <a:xfrm>
                <a:off x="334638" y="2273163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72;p35">
                <a:extLst>
                  <a:ext uri="{FF2B5EF4-FFF2-40B4-BE49-F238E27FC236}">
                    <a16:creationId xmlns:a16="http://schemas.microsoft.com/office/drawing/2014/main" id="{F8F98E09-9C9D-5E2E-4F28-64E958809DFA}"/>
                  </a:ext>
                </a:extLst>
              </p:cNvPr>
              <p:cNvSpPr/>
              <p:nvPr/>
            </p:nvSpPr>
            <p:spPr>
              <a:xfrm>
                <a:off x="488090" y="2273163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73;p35">
                <a:extLst>
                  <a:ext uri="{FF2B5EF4-FFF2-40B4-BE49-F238E27FC236}">
                    <a16:creationId xmlns:a16="http://schemas.microsoft.com/office/drawing/2014/main" id="{9559C82D-1237-3DBA-1123-AC5610BF7D86}"/>
                  </a:ext>
                </a:extLst>
              </p:cNvPr>
              <p:cNvSpPr/>
              <p:nvPr/>
            </p:nvSpPr>
            <p:spPr>
              <a:xfrm>
                <a:off x="641543" y="2273163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74;p35">
                <a:extLst>
                  <a:ext uri="{FF2B5EF4-FFF2-40B4-BE49-F238E27FC236}">
                    <a16:creationId xmlns:a16="http://schemas.microsoft.com/office/drawing/2014/main" id="{30568C75-5E1C-0CE7-E197-D74259DE6B48}"/>
                  </a:ext>
                </a:extLst>
              </p:cNvPr>
              <p:cNvSpPr/>
              <p:nvPr/>
            </p:nvSpPr>
            <p:spPr>
              <a:xfrm>
                <a:off x="794995" y="2273163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75;p35">
                <a:extLst>
                  <a:ext uri="{FF2B5EF4-FFF2-40B4-BE49-F238E27FC236}">
                    <a16:creationId xmlns:a16="http://schemas.microsoft.com/office/drawing/2014/main" id="{E38A8E7E-47DF-BA47-43FE-FEE894914F74}"/>
                  </a:ext>
                </a:extLst>
              </p:cNvPr>
              <p:cNvSpPr/>
              <p:nvPr/>
            </p:nvSpPr>
            <p:spPr>
              <a:xfrm>
                <a:off x="948448" y="2273163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76;p35">
                <a:extLst>
                  <a:ext uri="{FF2B5EF4-FFF2-40B4-BE49-F238E27FC236}">
                    <a16:creationId xmlns:a16="http://schemas.microsoft.com/office/drawing/2014/main" id="{8A953BD5-357C-D4A6-B328-06DDEA6F4CD7}"/>
                  </a:ext>
                </a:extLst>
              </p:cNvPr>
              <p:cNvSpPr/>
              <p:nvPr/>
            </p:nvSpPr>
            <p:spPr>
              <a:xfrm>
                <a:off x="1101901" y="2273163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77;p35">
                <a:extLst>
                  <a:ext uri="{FF2B5EF4-FFF2-40B4-BE49-F238E27FC236}">
                    <a16:creationId xmlns:a16="http://schemas.microsoft.com/office/drawing/2014/main" id="{E1C205FC-986B-0CD6-3301-6155047FB6DE}"/>
                  </a:ext>
                </a:extLst>
              </p:cNvPr>
              <p:cNvSpPr/>
              <p:nvPr/>
            </p:nvSpPr>
            <p:spPr>
              <a:xfrm>
                <a:off x="1255353" y="2273163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78;p35">
                <a:extLst>
                  <a:ext uri="{FF2B5EF4-FFF2-40B4-BE49-F238E27FC236}">
                    <a16:creationId xmlns:a16="http://schemas.microsoft.com/office/drawing/2014/main" id="{5ECDBF21-1909-093F-62E3-91A98E38B5E0}"/>
                  </a:ext>
                </a:extLst>
              </p:cNvPr>
              <p:cNvSpPr/>
              <p:nvPr/>
            </p:nvSpPr>
            <p:spPr>
              <a:xfrm>
                <a:off x="334638" y="243920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79;p35">
                <a:extLst>
                  <a:ext uri="{FF2B5EF4-FFF2-40B4-BE49-F238E27FC236}">
                    <a16:creationId xmlns:a16="http://schemas.microsoft.com/office/drawing/2014/main" id="{86569915-DC4F-13C9-81D2-39B91CC22E8C}"/>
                  </a:ext>
                </a:extLst>
              </p:cNvPr>
              <p:cNvSpPr/>
              <p:nvPr/>
            </p:nvSpPr>
            <p:spPr>
              <a:xfrm>
                <a:off x="488090" y="243920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80;p35">
                <a:extLst>
                  <a:ext uri="{FF2B5EF4-FFF2-40B4-BE49-F238E27FC236}">
                    <a16:creationId xmlns:a16="http://schemas.microsoft.com/office/drawing/2014/main" id="{6832A8D5-D3B3-3485-315E-422D341368E5}"/>
                  </a:ext>
                </a:extLst>
              </p:cNvPr>
              <p:cNvSpPr/>
              <p:nvPr/>
            </p:nvSpPr>
            <p:spPr>
              <a:xfrm>
                <a:off x="641543" y="243920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81;p35">
                <a:extLst>
                  <a:ext uri="{FF2B5EF4-FFF2-40B4-BE49-F238E27FC236}">
                    <a16:creationId xmlns:a16="http://schemas.microsoft.com/office/drawing/2014/main" id="{E6FB1318-FD9C-9F17-69C2-0B2DC312E76B}"/>
                  </a:ext>
                </a:extLst>
              </p:cNvPr>
              <p:cNvSpPr/>
              <p:nvPr/>
            </p:nvSpPr>
            <p:spPr>
              <a:xfrm>
                <a:off x="794995" y="243920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82;p35">
                <a:extLst>
                  <a:ext uri="{FF2B5EF4-FFF2-40B4-BE49-F238E27FC236}">
                    <a16:creationId xmlns:a16="http://schemas.microsoft.com/office/drawing/2014/main" id="{DC412009-4E82-A479-6226-84F1EF761DB3}"/>
                  </a:ext>
                </a:extLst>
              </p:cNvPr>
              <p:cNvSpPr/>
              <p:nvPr/>
            </p:nvSpPr>
            <p:spPr>
              <a:xfrm>
                <a:off x="948448" y="243920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83;p35">
                <a:extLst>
                  <a:ext uri="{FF2B5EF4-FFF2-40B4-BE49-F238E27FC236}">
                    <a16:creationId xmlns:a16="http://schemas.microsoft.com/office/drawing/2014/main" id="{0832BD23-CB68-36E2-5812-CCDC594DB4EB}"/>
                  </a:ext>
                </a:extLst>
              </p:cNvPr>
              <p:cNvSpPr/>
              <p:nvPr/>
            </p:nvSpPr>
            <p:spPr>
              <a:xfrm>
                <a:off x="1101901" y="243920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84;p35">
                <a:extLst>
                  <a:ext uri="{FF2B5EF4-FFF2-40B4-BE49-F238E27FC236}">
                    <a16:creationId xmlns:a16="http://schemas.microsoft.com/office/drawing/2014/main" id="{358B1589-B499-69E7-FBEB-FDB62B16158C}"/>
                  </a:ext>
                </a:extLst>
              </p:cNvPr>
              <p:cNvSpPr/>
              <p:nvPr/>
            </p:nvSpPr>
            <p:spPr>
              <a:xfrm>
                <a:off x="1255353" y="243920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85;p35">
                <a:extLst>
                  <a:ext uri="{FF2B5EF4-FFF2-40B4-BE49-F238E27FC236}">
                    <a16:creationId xmlns:a16="http://schemas.microsoft.com/office/drawing/2014/main" id="{491BC88E-6350-6599-D2AE-B83FB608CA44}"/>
                  </a:ext>
                </a:extLst>
              </p:cNvPr>
              <p:cNvSpPr/>
              <p:nvPr/>
            </p:nvSpPr>
            <p:spPr>
              <a:xfrm>
                <a:off x="334638" y="260165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86;p35">
                <a:extLst>
                  <a:ext uri="{FF2B5EF4-FFF2-40B4-BE49-F238E27FC236}">
                    <a16:creationId xmlns:a16="http://schemas.microsoft.com/office/drawing/2014/main" id="{307702D5-38F1-37D0-7FFB-4634CE656225}"/>
                  </a:ext>
                </a:extLst>
              </p:cNvPr>
              <p:cNvSpPr/>
              <p:nvPr/>
            </p:nvSpPr>
            <p:spPr>
              <a:xfrm>
                <a:off x="488090" y="260165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87;p35">
                <a:extLst>
                  <a:ext uri="{FF2B5EF4-FFF2-40B4-BE49-F238E27FC236}">
                    <a16:creationId xmlns:a16="http://schemas.microsoft.com/office/drawing/2014/main" id="{14C14574-954E-B466-784F-26125AB7497D}"/>
                  </a:ext>
                </a:extLst>
              </p:cNvPr>
              <p:cNvSpPr/>
              <p:nvPr/>
            </p:nvSpPr>
            <p:spPr>
              <a:xfrm>
                <a:off x="641543" y="260165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88;p35">
                <a:extLst>
                  <a:ext uri="{FF2B5EF4-FFF2-40B4-BE49-F238E27FC236}">
                    <a16:creationId xmlns:a16="http://schemas.microsoft.com/office/drawing/2014/main" id="{08129AF7-D139-18F3-3E66-EE3AF31A5D90}"/>
                  </a:ext>
                </a:extLst>
              </p:cNvPr>
              <p:cNvSpPr/>
              <p:nvPr/>
            </p:nvSpPr>
            <p:spPr>
              <a:xfrm>
                <a:off x="794995" y="2601650"/>
                <a:ext cx="135600" cy="135600"/>
              </a:xfrm>
              <a:prstGeom prst="rect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89;p35">
                <a:extLst>
                  <a:ext uri="{FF2B5EF4-FFF2-40B4-BE49-F238E27FC236}">
                    <a16:creationId xmlns:a16="http://schemas.microsoft.com/office/drawing/2014/main" id="{8C253554-2242-B2FD-84D7-54A3D182609E}"/>
                  </a:ext>
                </a:extLst>
              </p:cNvPr>
              <p:cNvSpPr/>
              <p:nvPr/>
            </p:nvSpPr>
            <p:spPr>
              <a:xfrm rot="-8100000">
                <a:off x="1143617" y="1955656"/>
                <a:ext cx="52184" cy="71276"/>
              </a:xfrm>
              <a:prstGeom prst="halfFrame">
                <a:avLst>
                  <a:gd name="adj1" fmla="val 0"/>
                  <a:gd name="adj2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90;p35">
                <a:extLst>
                  <a:ext uri="{FF2B5EF4-FFF2-40B4-BE49-F238E27FC236}">
                    <a16:creationId xmlns:a16="http://schemas.microsoft.com/office/drawing/2014/main" id="{6DB2C6D2-121D-4256-353A-9A03C5F34D23}"/>
                  </a:ext>
                </a:extLst>
              </p:cNvPr>
              <p:cNvSpPr/>
              <p:nvPr/>
            </p:nvSpPr>
            <p:spPr>
              <a:xfrm rot="-8100000">
                <a:off x="1297067" y="1955656"/>
                <a:ext cx="52184" cy="71276"/>
              </a:xfrm>
              <a:prstGeom prst="halfFrame">
                <a:avLst>
                  <a:gd name="adj1" fmla="val 0"/>
                  <a:gd name="adj2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91;p35">
                <a:extLst>
                  <a:ext uri="{FF2B5EF4-FFF2-40B4-BE49-F238E27FC236}">
                    <a16:creationId xmlns:a16="http://schemas.microsoft.com/office/drawing/2014/main" id="{13AD2BAA-04A5-F144-0BB8-208F855950E8}"/>
                  </a:ext>
                </a:extLst>
              </p:cNvPr>
              <p:cNvSpPr/>
              <p:nvPr/>
            </p:nvSpPr>
            <p:spPr>
              <a:xfrm rot="-8100000">
                <a:off x="1143617" y="2120502"/>
                <a:ext cx="52184" cy="71276"/>
              </a:xfrm>
              <a:prstGeom prst="halfFrame">
                <a:avLst>
                  <a:gd name="adj1" fmla="val 0"/>
                  <a:gd name="adj2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92;p35">
                <a:extLst>
                  <a:ext uri="{FF2B5EF4-FFF2-40B4-BE49-F238E27FC236}">
                    <a16:creationId xmlns:a16="http://schemas.microsoft.com/office/drawing/2014/main" id="{582FBB99-731C-909D-CC25-42A8EED3E5D0}"/>
                  </a:ext>
                </a:extLst>
              </p:cNvPr>
              <p:cNvSpPr/>
              <p:nvPr/>
            </p:nvSpPr>
            <p:spPr>
              <a:xfrm rot="-8100000">
                <a:off x="1297067" y="2120502"/>
                <a:ext cx="52184" cy="71276"/>
              </a:xfrm>
              <a:prstGeom prst="halfFrame">
                <a:avLst>
                  <a:gd name="adj1" fmla="val 0"/>
                  <a:gd name="adj2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93;p35">
                <a:extLst>
                  <a:ext uri="{FF2B5EF4-FFF2-40B4-BE49-F238E27FC236}">
                    <a16:creationId xmlns:a16="http://schemas.microsoft.com/office/drawing/2014/main" id="{26CEF271-1FDC-BD23-78C9-4C2654F86280}"/>
                  </a:ext>
                </a:extLst>
              </p:cNvPr>
              <p:cNvSpPr/>
              <p:nvPr/>
            </p:nvSpPr>
            <p:spPr>
              <a:xfrm rot="-8100000">
                <a:off x="836717" y="2120502"/>
                <a:ext cx="52184" cy="71276"/>
              </a:xfrm>
              <a:prstGeom prst="halfFrame">
                <a:avLst>
                  <a:gd name="adj1" fmla="val 0"/>
                  <a:gd name="adj2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94;p35">
                <a:extLst>
                  <a:ext uri="{FF2B5EF4-FFF2-40B4-BE49-F238E27FC236}">
                    <a16:creationId xmlns:a16="http://schemas.microsoft.com/office/drawing/2014/main" id="{F902FBD3-9DF7-BF85-C9DA-25D85B467048}"/>
                  </a:ext>
                </a:extLst>
              </p:cNvPr>
              <p:cNvSpPr/>
              <p:nvPr/>
            </p:nvSpPr>
            <p:spPr>
              <a:xfrm rot="-8100000">
                <a:off x="990167" y="2120502"/>
                <a:ext cx="52184" cy="71276"/>
              </a:xfrm>
              <a:prstGeom prst="halfFrame">
                <a:avLst>
                  <a:gd name="adj1" fmla="val 0"/>
                  <a:gd name="adj2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95;p35">
                <a:extLst>
                  <a:ext uri="{FF2B5EF4-FFF2-40B4-BE49-F238E27FC236}">
                    <a16:creationId xmlns:a16="http://schemas.microsoft.com/office/drawing/2014/main" id="{33A0E051-3CEE-AA95-DE4E-04797837E4CA}"/>
                  </a:ext>
                </a:extLst>
              </p:cNvPr>
              <p:cNvSpPr/>
              <p:nvPr/>
            </p:nvSpPr>
            <p:spPr>
              <a:xfrm rot="-8100000">
                <a:off x="529817" y="2120502"/>
                <a:ext cx="52184" cy="71276"/>
              </a:xfrm>
              <a:prstGeom prst="halfFrame">
                <a:avLst>
                  <a:gd name="adj1" fmla="val 0"/>
                  <a:gd name="adj2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96;p35">
                <a:extLst>
                  <a:ext uri="{FF2B5EF4-FFF2-40B4-BE49-F238E27FC236}">
                    <a16:creationId xmlns:a16="http://schemas.microsoft.com/office/drawing/2014/main" id="{3C9A2873-8C35-2E59-EC9A-5393F91AA082}"/>
                  </a:ext>
                </a:extLst>
              </p:cNvPr>
              <p:cNvSpPr/>
              <p:nvPr/>
            </p:nvSpPr>
            <p:spPr>
              <a:xfrm rot="-8100000">
                <a:off x="683267" y="2120502"/>
                <a:ext cx="52184" cy="71276"/>
              </a:xfrm>
              <a:prstGeom prst="halfFrame">
                <a:avLst>
                  <a:gd name="adj1" fmla="val 0"/>
                  <a:gd name="adj2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97;p35">
                <a:extLst>
                  <a:ext uri="{FF2B5EF4-FFF2-40B4-BE49-F238E27FC236}">
                    <a16:creationId xmlns:a16="http://schemas.microsoft.com/office/drawing/2014/main" id="{6C08B6D9-2148-D77C-09E4-622045EF3E47}"/>
                  </a:ext>
                </a:extLst>
              </p:cNvPr>
              <p:cNvSpPr/>
              <p:nvPr/>
            </p:nvSpPr>
            <p:spPr>
              <a:xfrm rot="-8100000">
                <a:off x="376367" y="2120502"/>
                <a:ext cx="52184" cy="71276"/>
              </a:xfrm>
              <a:prstGeom prst="halfFrame">
                <a:avLst>
                  <a:gd name="adj1" fmla="val 0"/>
                  <a:gd name="adj2" fmla="val 0"/>
                </a:avLst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34778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8">
          <a:extLst>
            <a:ext uri="{FF2B5EF4-FFF2-40B4-BE49-F238E27FC236}">
              <a16:creationId xmlns:a16="http://schemas.microsoft.com/office/drawing/2014/main" id="{CCE9BD4B-A383-FA23-A725-FBD2236BE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43">
            <a:extLst>
              <a:ext uri="{FF2B5EF4-FFF2-40B4-BE49-F238E27FC236}">
                <a16:creationId xmlns:a16="http://schemas.microsoft.com/office/drawing/2014/main" id="{80120BEE-7A64-8FDA-524F-A8CCF83A0C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latin typeface="프리젠테이션 8 ExtraBold" pitchFamily="2" charset="-127"/>
                <a:ea typeface="프리젠테이션 8 ExtraBold" pitchFamily="2" charset="-127"/>
              </a:rPr>
              <a:t>프로젝트 완성도</a:t>
            </a:r>
            <a:endParaRPr sz="3000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1331" name="Google Shape;1331;p43">
            <a:extLst>
              <a:ext uri="{FF2B5EF4-FFF2-40B4-BE49-F238E27FC236}">
                <a16:creationId xmlns:a16="http://schemas.microsoft.com/office/drawing/2014/main" id="{585B1072-08EC-4D88-46FD-89399625C815}"/>
              </a:ext>
            </a:extLst>
          </p:cNvPr>
          <p:cNvGrpSpPr/>
          <p:nvPr/>
        </p:nvGrpSpPr>
        <p:grpSpPr>
          <a:xfrm>
            <a:off x="7397499" y="122869"/>
            <a:ext cx="853773" cy="416619"/>
            <a:chOff x="3235849" y="1696803"/>
            <a:chExt cx="1334646" cy="651273"/>
          </a:xfrm>
        </p:grpSpPr>
        <p:sp>
          <p:nvSpPr>
            <p:cNvPr id="1332" name="Google Shape;1332;p43">
              <a:extLst>
                <a:ext uri="{FF2B5EF4-FFF2-40B4-BE49-F238E27FC236}">
                  <a16:creationId xmlns:a16="http://schemas.microsoft.com/office/drawing/2014/main" id="{D5D600D4-C0DD-C8F7-ECA5-6BFF90108271}"/>
                </a:ext>
              </a:extLst>
            </p:cNvPr>
            <p:cNvSpPr/>
            <p:nvPr/>
          </p:nvSpPr>
          <p:spPr>
            <a:xfrm>
              <a:off x="3235849" y="1696803"/>
              <a:ext cx="1334646" cy="651273"/>
            </a:xfrm>
            <a:custGeom>
              <a:avLst/>
              <a:gdLst/>
              <a:ahLst/>
              <a:cxnLst/>
              <a:rect l="l" t="t" r="r" b="b"/>
              <a:pathLst>
                <a:path w="17296" h="8440" extrusionOk="0">
                  <a:moveTo>
                    <a:pt x="8648" y="0"/>
                  </a:moveTo>
                  <a:cubicBezTo>
                    <a:pt x="3875" y="0"/>
                    <a:pt x="0" y="4225"/>
                    <a:pt x="0" y="4225"/>
                  </a:cubicBezTo>
                  <a:cubicBezTo>
                    <a:pt x="0" y="4225"/>
                    <a:pt x="3875" y="8440"/>
                    <a:pt x="8648" y="8440"/>
                  </a:cubicBezTo>
                  <a:cubicBezTo>
                    <a:pt x="13430" y="8440"/>
                    <a:pt x="17295" y="4225"/>
                    <a:pt x="17295" y="4225"/>
                  </a:cubicBezTo>
                  <a:cubicBezTo>
                    <a:pt x="17295" y="4225"/>
                    <a:pt x="13430" y="0"/>
                    <a:pt x="864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43">
              <a:extLst>
                <a:ext uri="{FF2B5EF4-FFF2-40B4-BE49-F238E27FC236}">
                  <a16:creationId xmlns:a16="http://schemas.microsoft.com/office/drawing/2014/main" id="{B994ED87-D811-5247-C66F-49CE3426477A}"/>
                </a:ext>
              </a:extLst>
            </p:cNvPr>
            <p:cNvSpPr/>
            <p:nvPr/>
          </p:nvSpPr>
          <p:spPr>
            <a:xfrm>
              <a:off x="3647134" y="1766097"/>
              <a:ext cx="512761" cy="512684"/>
            </a:xfrm>
            <a:custGeom>
              <a:avLst/>
              <a:gdLst/>
              <a:ahLst/>
              <a:cxnLst/>
              <a:rect l="l" t="t" r="r" b="b"/>
              <a:pathLst>
                <a:path w="6645" h="6644" extrusionOk="0">
                  <a:moveTo>
                    <a:pt x="3318" y="0"/>
                  </a:moveTo>
                  <a:cubicBezTo>
                    <a:pt x="1484" y="0"/>
                    <a:pt x="1" y="1493"/>
                    <a:pt x="1" y="3317"/>
                  </a:cubicBezTo>
                  <a:cubicBezTo>
                    <a:pt x="1" y="5151"/>
                    <a:pt x="1484" y="6644"/>
                    <a:pt x="3318" y="6644"/>
                  </a:cubicBezTo>
                  <a:cubicBezTo>
                    <a:pt x="5151" y="6644"/>
                    <a:pt x="6644" y="5151"/>
                    <a:pt x="6644" y="3317"/>
                  </a:cubicBezTo>
                  <a:cubicBezTo>
                    <a:pt x="6644" y="1493"/>
                    <a:pt x="5151" y="0"/>
                    <a:pt x="3318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43">
              <a:extLst>
                <a:ext uri="{FF2B5EF4-FFF2-40B4-BE49-F238E27FC236}">
                  <a16:creationId xmlns:a16="http://schemas.microsoft.com/office/drawing/2014/main" id="{F4D5D079-E0E1-4B39-2876-4B7678629BA6}"/>
                </a:ext>
              </a:extLst>
            </p:cNvPr>
            <p:cNvSpPr/>
            <p:nvPr/>
          </p:nvSpPr>
          <p:spPr>
            <a:xfrm>
              <a:off x="3798068" y="1917031"/>
              <a:ext cx="210892" cy="210815"/>
            </a:xfrm>
            <a:custGeom>
              <a:avLst/>
              <a:gdLst/>
              <a:ahLst/>
              <a:cxnLst/>
              <a:rect l="l" t="t" r="r" b="b"/>
              <a:pathLst>
                <a:path w="2733" h="2732" extrusionOk="0">
                  <a:moveTo>
                    <a:pt x="1362" y="0"/>
                  </a:moveTo>
                  <a:cubicBezTo>
                    <a:pt x="606" y="0"/>
                    <a:pt x="1" y="615"/>
                    <a:pt x="1" y="1361"/>
                  </a:cubicBezTo>
                  <a:cubicBezTo>
                    <a:pt x="1" y="2117"/>
                    <a:pt x="606" y="2732"/>
                    <a:pt x="1362" y="2732"/>
                  </a:cubicBezTo>
                  <a:cubicBezTo>
                    <a:pt x="2118" y="2732"/>
                    <a:pt x="2732" y="2117"/>
                    <a:pt x="2732" y="1361"/>
                  </a:cubicBezTo>
                  <a:cubicBezTo>
                    <a:pt x="2732" y="615"/>
                    <a:pt x="2118" y="0"/>
                    <a:pt x="13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43">
              <a:extLst>
                <a:ext uri="{FF2B5EF4-FFF2-40B4-BE49-F238E27FC236}">
                  <a16:creationId xmlns:a16="http://schemas.microsoft.com/office/drawing/2014/main" id="{256B4687-E341-9C20-9C21-75B36F1DA0FD}"/>
                </a:ext>
              </a:extLst>
            </p:cNvPr>
            <p:cNvSpPr/>
            <p:nvPr/>
          </p:nvSpPr>
          <p:spPr>
            <a:xfrm>
              <a:off x="3933722" y="1890795"/>
              <a:ext cx="178020" cy="178020"/>
            </a:xfrm>
            <a:custGeom>
              <a:avLst/>
              <a:gdLst/>
              <a:ahLst/>
              <a:cxnLst/>
              <a:rect l="l" t="t" r="r" b="b"/>
              <a:pathLst>
                <a:path w="2307" h="2307" extrusionOk="0">
                  <a:moveTo>
                    <a:pt x="1154" y="0"/>
                  </a:moveTo>
                  <a:cubicBezTo>
                    <a:pt x="511" y="0"/>
                    <a:pt x="1" y="511"/>
                    <a:pt x="1" y="1153"/>
                  </a:cubicBezTo>
                  <a:cubicBezTo>
                    <a:pt x="1" y="1786"/>
                    <a:pt x="511" y="2306"/>
                    <a:pt x="1154" y="2306"/>
                  </a:cubicBezTo>
                  <a:cubicBezTo>
                    <a:pt x="1787" y="2306"/>
                    <a:pt x="2307" y="1786"/>
                    <a:pt x="2307" y="1153"/>
                  </a:cubicBezTo>
                  <a:cubicBezTo>
                    <a:pt x="2307" y="511"/>
                    <a:pt x="1787" y="0"/>
                    <a:pt x="115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674FEDA1-BD9A-5A53-1FAE-1A6D7553B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375" y="17922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5D3AD3E-D960-4D6A-C635-B0D186ED07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675848"/>
              </p:ext>
            </p:extLst>
          </p:nvPr>
        </p:nvGraphicFramePr>
        <p:xfrm>
          <a:off x="956364" y="1258960"/>
          <a:ext cx="7343914" cy="3458812"/>
        </p:xfrm>
        <a:graphic>
          <a:graphicData uri="http://schemas.openxmlformats.org/drawingml/2006/table">
            <a:tbl>
              <a:tblPr/>
              <a:tblGrid>
                <a:gridCol w="1835782">
                  <a:extLst>
                    <a:ext uri="{9D8B030D-6E8A-4147-A177-3AD203B41FA5}">
                      <a16:colId xmlns:a16="http://schemas.microsoft.com/office/drawing/2014/main" val="3133911902"/>
                    </a:ext>
                  </a:extLst>
                </a:gridCol>
                <a:gridCol w="1836097">
                  <a:extLst>
                    <a:ext uri="{9D8B030D-6E8A-4147-A177-3AD203B41FA5}">
                      <a16:colId xmlns:a16="http://schemas.microsoft.com/office/drawing/2014/main" val="3389135948"/>
                    </a:ext>
                  </a:extLst>
                </a:gridCol>
                <a:gridCol w="3672035">
                  <a:extLst>
                    <a:ext uri="{9D8B030D-6E8A-4147-A177-3AD203B41FA5}">
                      <a16:colId xmlns:a16="http://schemas.microsoft.com/office/drawing/2014/main" val="190891761"/>
                    </a:ext>
                  </a:extLst>
                </a:gridCol>
              </a:tblGrid>
              <a:tr h="49411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유스케이스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1790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90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90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완성도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90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90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90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90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90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735167"/>
                  </a:ext>
                </a:extLst>
              </a:tr>
              <a:tr h="49411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로그인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1790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90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90%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90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비밀번호 찾기</a:t>
                      </a: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변경기능 제작 실패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90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90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878618"/>
                  </a:ext>
                </a:extLst>
              </a:tr>
              <a:tr h="49411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예약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1790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90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6691736"/>
                  </a:ext>
                </a:extLst>
              </a:tr>
              <a:tr h="49411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기능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1790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95%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javafx</a:t>
                      </a: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문제로 </a:t>
                      </a: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3D</a:t>
                      </a: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시각화 기능 실패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90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229943"/>
                  </a:ext>
                </a:extLst>
              </a:tr>
              <a:tr h="49411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1790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90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015647"/>
                  </a:ext>
                </a:extLst>
              </a:tr>
              <a:tr h="49411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1790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90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449679"/>
                  </a:ext>
                </a:extLst>
              </a:tr>
              <a:tr h="49411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완성도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1790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90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97%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90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바탕" panose="02030600000101010101" pitchFamily="18" charset="-127"/>
                      </a:endParaRPr>
                    </a:p>
                  </a:txBody>
                  <a:tcPr marL="64770" marR="64770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90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90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775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91729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36"/>
          <p:cNvSpPr txBox="1">
            <a:spLocks noGrp="1"/>
          </p:cNvSpPr>
          <p:nvPr>
            <p:ph type="title"/>
          </p:nvPr>
        </p:nvSpPr>
        <p:spPr>
          <a:xfrm>
            <a:off x="1189390" y="1650050"/>
            <a:ext cx="6765300" cy="13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프리젠테이션 8 ExtraBold" pitchFamily="2" charset="-127"/>
                <a:ea typeface="프리젠테이션 8 ExtraBold" pitchFamily="2" charset="-127"/>
              </a:rPr>
              <a:t>감사합니다</a:t>
            </a:r>
            <a:r>
              <a:rPr lang="en-US" altLang="ko-KR" dirty="0">
                <a:latin typeface="프리젠테이션 8 ExtraBold" pitchFamily="2" charset="-127"/>
                <a:ea typeface="프리젠테이션 8 ExtraBold" pitchFamily="2" charset="-127"/>
              </a:rPr>
              <a:t>.</a:t>
            </a:r>
            <a:endParaRPr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03" name="Google Shape;1003;p36"/>
          <p:cNvSpPr txBox="1">
            <a:spLocks noGrp="1"/>
          </p:cNvSpPr>
          <p:nvPr>
            <p:ph type="subTitle" idx="1"/>
          </p:nvPr>
        </p:nvSpPr>
        <p:spPr>
          <a:xfrm>
            <a:off x="1189350" y="3172718"/>
            <a:ext cx="6765300" cy="5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 altLang="ko-KR" dirty="0">
                <a:latin typeface="프리젠테이션 8 ExtraBold" pitchFamily="2" charset="-127"/>
                <a:ea typeface="프리젠테이션 8 ExtraBold" pitchFamily="2" charset="-127"/>
              </a:rPr>
              <a:t>Do you have any questions?</a:t>
            </a:r>
          </a:p>
        </p:txBody>
      </p:sp>
      <p:grpSp>
        <p:nvGrpSpPr>
          <p:cNvPr id="1004" name="Google Shape;1004;p36"/>
          <p:cNvGrpSpPr/>
          <p:nvPr/>
        </p:nvGrpSpPr>
        <p:grpSpPr>
          <a:xfrm>
            <a:off x="6674916" y="4059932"/>
            <a:ext cx="821098" cy="821018"/>
            <a:chOff x="276382" y="1174752"/>
            <a:chExt cx="895027" cy="894940"/>
          </a:xfrm>
        </p:grpSpPr>
        <p:grpSp>
          <p:nvGrpSpPr>
            <p:cNvPr id="1005" name="Google Shape;1005;p36"/>
            <p:cNvGrpSpPr/>
            <p:nvPr/>
          </p:nvGrpSpPr>
          <p:grpSpPr>
            <a:xfrm>
              <a:off x="276382" y="1174752"/>
              <a:ext cx="895027" cy="894940"/>
              <a:chOff x="2861096" y="3889198"/>
              <a:chExt cx="397772" cy="397716"/>
            </a:xfrm>
          </p:grpSpPr>
          <p:sp>
            <p:nvSpPr>
              <p:cNvPr id="1006" name="Google Shape;1006;p36"/>
              <p:cNvSpPr/>
              <p:nvPr/>
            </p:nvSpPr>
            <p:spPr>
              <a:xfrm>
                <a:off x="2861096" y="3889198"/>
                <a:ext cx="397772" cy="397716"/>
              </a:xfrm>
              <a:custGeom>
                <a:avLst/>
                <a:gdLst/>
                <a:ahLst/>
                <a:cxnLst/>
                <a:rect l="l" t="t" r="r" b="b"/>
                <a:pathLst>
                  <a:path w="7080" h="7079" extrusionOk="0">
                    <a:moveTo>
                      <a:pt x="3545" y="0"/>
                    </a:moveTo>
                    <a:cubicBezTo>
                      <a:pt x="1588" y="0"/>
                      <a:pt x="1" y="1588"/>
                      <a:pt x="1" y="3535"/>
                    </a:cubicBezTo>
                    <a:cubicBezTo>
                      <a:pt x="1" y="5491"/>
                      <a:pt x="1588" y="7079"/>
                      <a:pt x="3545" y="7079"/>
                    </a:cubicBezTo>
                    <a:cubicBezTo>
                      <a:pt x="5501" y="7079"/>
                      <a:pt x="7079" y="5491"/>
                      <a:pt x="7079" y="3535"/>
                    </a:cubicBezTo>
                    <a:cubicBezTo>
                      <a:pt x="7079" y="1588"/>
                      <a:pt x="5501" y="0"/>
                      <a:pt x="354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36"/>
              <p:cNvSpPr/>
              <p:nvPr/>
            </p:nvSpPr>
            <p:spPr>
              <a:xfrm>
                <a:off x="2907821" y="3931467"/>
                <a:ext cx="304332" cy="313132"/>
              </a:xfrm>
              <a:custGeom>
                <a:avLst/>
                <a:gdLst/>
                <a:ahLst/>
                <a:cxnLst/>
                <a:rect l="l" t="t" r="r" b="b"/>
                <a:pathLst>
                  <a:path w="4282" h="4282" extrusionOk="0">
                    <a:moveTo>
                      <a:pt x="2146" y="1"/>
                    </a:moveTo>
                    <a:cubicBezTo>
                      <a:pt x="964" y="1"/>
                      <a:pt x="0" y="955"/>
                      <a:pt x="0" y="2137"/>
                    </a:cubicBezTo>
                    <a:cubicBezTo>
                      <a:pt x="0" y="3327"/>
                      <a:pt x="964" y="4282"/>
                      <a:pt x="2146" y="4282"/>
                    </a:cubicBezTo>
                    <a:cubicBezTo>
                      <a:pt x="3327" y="4282"/>
                      <a:pt x="4281" y="3327"/>
                      <a:pt x="4281" y="2137"/>
                    </a:cubicBezTo>
                    <a:cubicBezTo>
                      <a:pt x="4281" y="955"/>
                      <a:pt x="3327" y="1"/>
                      <a:pt x="2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miter lim="94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08" name="Google Shape;1008;p36"/>
            <p:cNvSpPr/>
            <p:nvPr/>
          </p:nvSpPr>
          <p:spPr>
            <a:xfrm>
              <a:off x="698100" y="1366625"/>
              <a:ext cx="195250" cy="467375"/>
            </a:xfrm>
            <a:custGeom>
              <a:avLst/>
              <a:gdLst/>
              <a:ahLst/>
              <a:cxnLst/>
              <a:rect l="l" t="t" r="r" b="b"/>
              <a:pathLst>
                <a:path w="7810" h="18695" extrusionOk="0">
                  <a:moveTo>
                    <a:pt x="5916" y="0"/>
                  </a:moveTo>
                  <a:lnTo>
                    <a:pt x="0" y="9939"/>
                  </a:lnTo>
                  <a:lnTo>
                    <a:pt x="7810" y="18695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009" name="Google Shape;1009;p36"/>
          <p:cNvGrpSpPr/>
          <p:nvPr/>
        </p:nvGrpSpPr>
        <p:grpSpPr>
          <a:xfrm rot="-507535">
            <a:off x="1091350" y="139897"/>
            <a:ext cx="519443" cy="799194"/>
            <a:chOff x="3334313" y="1341356"/>
            <a:chExt cx="798434" cy="1228438"/>
          </a:xfrm>
        </p:grpSpPr>
        <p:sp>
          <p:nvSpPr>
            <p:cNvPr id="1010" name="Google Shape;1010;p36"/>
            <p:cNvSpPr/>
            <p:nvPr/>
          </p:nvSpPr>
          <p:spPr>
            <a:xfrm>
              <a:off x="3334313" y="1341356"/>
              <a:ext cx="798434" cy="999971"/>
            </a:xfrm>
            <a:custGeom>
              <a:avLst/>
              <a:gdLst/>
              <a:ahLst/>
              <a:cxnLst/>
              <a:rect l="l" t="t" r="r" b="b"/>
              <a:pathLst>
                <a:path w="16152" h="20228" extrusionOk="0">
                  <a:moveTo>
                    <a:pt x="8144" y="1"/>
                  </a:moveTo>
                  <a:cubicBezTo>
                    <a:pt x="8069" y="1"/>
                    <a:pt x="7995" y="2"/>
                    <a:pt x="7920" y="4"/>
                  </a:cubicBezTo>
                  <a:cubicBezTo>
                    <a:pt x="3791" y="117"/>
                    <a:pt x="379" y="3444"/>
                    <a:pt x="152" y="7564"/>
                  </a:cubicBezTo>
                  <a:cubicBezTo>
                    <a:pt x="1" y="10305"/>
                    <a:pt x="1239" y="12762"/>
                    <a:pt x="3214" y="14312"/>
                  </a:cubicBezTo>
                  <a:cubicBezTo>
                    <a:pt x="3791" y="14765"/>
                    <a:pt x="4291" y="15323"/>
                    <a:pt x="4641" y="15966"/>
                  </a:cubicBezTo>
                  <a:cubicBezTo>
                    <a:pt x="4991" y="16589"/>
                    <a:pt x="5274" y="17393"/>
                    <a:pt x="5340" y="18357"/>
                  </a:cubicBezTo>
                  <a:lnTo>
                    <a:pt x="5340" y="20228"/>
                  </a:lnTo>
                  <a:lnTo>
                    <a:pt x="10945" y="20228"/>
                  </a:lnTo>
                  <a:lnTo>
                    <a:pt x="10954" y="18347"/>
                  </a:lnTo>
                  <a:cubicBezTo>
                    <a:pt x="11020" y="17383"/>
                    <a:pt x="11304" y="16599"/>
                    <a:pt x="11644" y="15966"/>
                  </a:cubicBezTo>
                  <a:cubicBezTo>
                    <a:pt x="12003" y="15314"/>
                    <a:pt x="12513" y="14756"/>
                    <a:pt x="13099" y="14293"/>
                  </a:cubicBezTo>
                  <a:cubicBezTo>
                    <a:pt x="14961" y="12828"/>
                    <a:pt x="16152" y="10560"/>
                    <a:pt x="16152" y="8008"/>
                  </a:cubicBezTo>
                  <a:cubicBezTo>
                    <a:pt x="16152" y="3584"/>
                    <a:pt x="12568" y="1"/>
                    <a:pt x="8144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6"/>
            <p:cNvSpPr/>
            <p:nvPr/>
          </p:nvSpPr>
          <p:spPr>
            <a:xfrm>
              <a:off x="3625368" y="2491686"/>
              <a:ext cx="222891" cy="78107"/>
            </a:xfrm>
            <a:custGeom>
              <a:avLst/>
              <a:gdLst/>
              <a:ahLst/>
              <a:cxnLst/>
              <a:rect l="l" t="t" r="r" b="b"/>
              <a:pathLst>
                <a:path w="4509" h="1580" extrusionOk="0">
                  <a:moveTo>
                    <a:pt x="1" y="1"/>
                  </a:moveTo>
                  <a:lnTo>
                    <a:pt x="1" y="1579"/>
                  </a:lnTo>
                  <a:lnTo>
                    <a:pt x="4509" y="1579"/>
                  </a:lnTo>
                  <a:lnTo>
                    <a:pt x="4509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6"/>
            <p:cNvSpPr/>
            <p:nvPr/>
          </p:nvSpPr>
          <p:spPr>
            <a:xfrm>
              <a:off x="3560415" y="2332410"/>
              <a:ext cx="353245" cy="177126"/>
            </a:xfrm>
            <a:custGeom>
              <a:avLst/>
              <a:gdLst/>
              <a:ahLst/>
              <a:cxnLst/>
              <a:rect l="l" t="t" r="r" b="b"/>
              <a:pathLst>
                <a:path w="7146" h="3583" extrusionOk="0">
                  <a:moveTo>
                    <a:pt x="1" y="0"/>
                  </a:moveTo>
                  <a:lnTo>
                    <a:pt x="1" y="3582"/>
                  </a:lnTo>
                  <a:lnTo>
                    <a:pt x="7146" y="3582"/>
                  </a:lnTo>
                  <a:lnTo>
                    <a:pt x="7146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6"/>
            <p:cNvSpPr/>
            <p:nvPr/>
          </p:nvSpPr>
          <p:spPr>
            <a:xfrm>
              <a:off x="3546425" y="2360884"/>
              <a:ext cx="381273" cy="27634"/>
            </a:xfrm>
            <a:custGeom>
              <a:avLst/>
              <a:gdLst/>
              <a:ahLst/>
              <a:cxnLst/>
              <a:rect l="l" t="t" r="r" b="b"/>
              <a:pathLst>
                <a:path w="7713" h="559" extrusionOk="0">
                  <a:moveTo>
                    <a:pt x="0" y="1"/>
                  </a:moveTo>
                  <a:lnTo>
                    <a:pt x="0" y="558"/>
                  </a:lnTo>
                  <a:lnTo>
                    <a:pt x="7712" y="558"/>
                  </a:lnTo>
                  <a:lnTo>
                    <a:pt x="771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6"/>
            <p:cNvSpPr/>
            <p:nvPr/>
          </p:nvSpPr>
          <p:spPr>
            <a:xfrm>
              <a:off x="3546425" y="2407154"/>
              <a:ext cx="381273" cy="27585"/>
            </a:xfrm>
            <a:custGeom>
              <a:avLst/>
              <a:gdLst/>
              <a:ahLst/>
              <a:cxnLst/>
              <a:rect l="l" t="t" r="r" b="b"/>
              <a:pathLst>
                <a:path w="7713" h="558" extrusionOk="0">
                  <a:moveTo>
                    <a:pt x="0" y="0"/>
                  </a:moveTo>
                  <a:lnTo>
                    <a:pt x="0" y="558"/>
                  </a:lnTo>
                  <a:lnTo>
                    <a:pt x="7712" y="558"/>
                  </a:lnTo>
                  <a:lnTo>
                    <a:pt x="77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6"/>
            <p:cNvSpPr/>
            <p:nvPr/>
          </p:nvSpPr>
          <p:spPr>
            <a:xfrm>
              <a:off x="3546425" y="2453424"/>
              <a:ext cx="381273" cy="27585"/>
            </a:xfrm>
            <a:custGeom>
              <a:avLst/>
              <a:gdLst/>
              <a:ahLst/>
              <a:cxnLst/>
              <a:rect l="l" t="t" r="r" b="b"/>
              <a:pathLst>
                <a:path w="7713" h="558" extrusionOk="0">
                  <a:moveTo>
                    <a:pt x="0" y="0"/>
                  </a:moveTo>
                  <a:lnTo>
                    <a:pt x="0" y="558"/>
                  </a:lnTo>
                  <a:lnTo>
                    <a:pt x="7712" y="558"/>
                  </a:lnTo>
                  <a:lnTo>
                    <a:pt x="77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6"/>
            <p:cNvSpPr/>
            <p:nvPr/>
          </p:nvSpPr>
          <p:spPr>
            <a:xfrm>
              <a:off x="3502530" y="1574141"/>
              <a:ext cx="488195" cy="377090"/>
            </a:xfrm>
            <a:custGeom>
              <a:avLst/>
              <a:gdLst/>
              <a:ahLst/>
              <a:cxnLst/>
              <a:rect l="l" t="t" r="r" b="b"/>
              <a:pathLst>
                <a:path w="9876" h="7628" fill="none" extrusionOk="0">
                  <a:moveTo>
                    <a:pt x="0" y="5435"/>
                  </a:moveTo>
                  <a:lnTo>
                    <a:pt x="1777" y="29"/>
                  </a:lnTo>
                  <a:lnTo>
                    <a:pt x="2826" y="7628"/>
                  </a:lnTo>
                  <a:lnTo>
                    <a:pt x="4801" y="1"/>
                  </a:lnTo>
                  <a:lnTo>
                    <a:pt x="6578" y="6333"/>
                  </a:lnTo>
                  <a:lnTo>
                    <a:pt x="8288" y="332"/>
                  </a:lnTo>
                  <a:lnTo>
                    <a:pt x="9876" y="5227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945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0.2|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|0|0.1|0.1|0.1|0.1"/>
</p:tagLst>
</file>

<file path=ppt/theme/theme1.xml><?xml version="1.0" encoding="utf-8"?>
<a:theme xmlns:a="http://schemas.openxmlformats.org/drawingml/2006/main" name="Client Time Tracker Software Pitch Deck by Slidesgo">
  <a:themeElements>
    <a:clrScheme name="Simple Light">
      <a:dk1>
        <a:srgbClr val="383838"/>
      </a:dk1>
      <a:lt1>
        <a:srgbClr val="FFFFFF"/>
      </a:lt1>
      <a:dk2>
        <a:srgbClr val="F1E287"/>
      </a:dk2>
      <a:lt2>
        <a:srgbClr val="6CE2CB"/>
      </a:lt2>
      <a:accent1>
        <a:srgbClr val="5FB0DA"/>
      </a:accent1>
      <a:accent2>
        <a:srgbClr val="946EBE"/>
      </a:accent2>
      <a:accent3>
        <a:srgbClr val="E589BF"/>
      </a:accent3>
      <a:accent4>
        <a:srgbClr val="FFFFFF"/>
      </a:accent4>
      <a:accent5>
        <a:srgbClr val="FFFFFF"/>
      </a:accent5>
      <a:accent6>
        <a:srgbClr val="FFFFFF"/>
      </a:accent6>
      <a:hlink>
        <a:srgbClr val="3838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1328</TotalTime>
  <Words>635</Words>
  <Application>Microsoft Office PowerPoint</Application>
  <PresentationFormat>화면 슬라이드 쇼(16:9)</PresentationFormat>
  <Paragraphs>157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5" baseType="lpstr">
      <vt:lpstr>바탕</vt:lpstr>
      <vt:lpstr>Arial</vt:lpstr>
      <vt:lpstr>Darker Grotesque Medium</vt:lpstr>
      <vt:lpstr>맑은 고딕</vt:lpstr>
      <vt:lpstr>프리젠테이션 8 ExtraBold</vt:lpstr>
      <vt:lpstr>프리젠테이션 6 SemiBold</vt:lpstr>
      <vt:lpstr>Consolas</vt:lpstr>
      <vt:lpstr>Open Sans</vt:lpstr>
      <vt:lpstr>프리젠테이션 7 Bold</vt:lpstr>
      <vt:lpstr>Wingdings</vt:lpstr>
      <vt:lpstr>Client Time Tracker Software Pitch Deck by Slidesgo</vt:lpstr>
      <vt:lpstr>  강의실 예약 시스템 </vt:lpstr>
      <vt:lpstr>목차</vt:lpstr>
      <vt:lpstr>프로젝트 소개</vt:lpstr>
      <vt:lpstr>배경</vt:lpstr>
      <vt:lpstr>목적</vt:lpstr>
      <vt:lpstr>기대 효과</vt:lpstr>
      <vt:lpstr>주요 기술 및 도구</vt:lpstr>
      <vt:lpstr>주요 기술 및 도구</vt:lpstr>
      <vt:lpstr>깃 관리 전략</vt:lpstr>
      <vt:lpstr>시스템 구성도</vt:lpstr>
      <vt:lpstr>유스케이스</vt:lpstr>
      <vt:lpstr>서버－클라이언트</vt:lpstr>
      <vt:lpstr>파일 구조 및 MVC 패턴 적용</vt:lpstr>
      <vt:lpstr>주요 기능 소개</vt:lpstr>
      <vt:lpstr>서버-클라이언트</vt:lpstr>
      <vt:lpstr>로그인　기능</vt:lpstr>
      <vt:lpstr>사용자　기능</vt:lpstr>
      <vt:lpstr>강의실 예약　기능</vt:lpstr>
      <vt:lpstr>관리자　기능</vt:lpstr>
      <vt:lpstr>개발 일정 평가</vt:lpstr>
      <vt:lpstr>간트 차트</vt:lpstr>
      <vt:lpstr>완성도 평가</vt:lpstr>
      <vt:lpstr>프로젝트 완성도</vt:lpstr>
      <vt:lpstr>감사합니다.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송녕경</dc:creator>
  <cp:lastModifiedBy>녕경 송</cp:lastModifiedBy>
  <cp:revision>24</cp:revision>
  <dcterms:modified xsi:type="dcterms:W3CDTF">2025-05-31T08:58:10Z</dcterms:modified>
</cp:coreProperties>
</file>